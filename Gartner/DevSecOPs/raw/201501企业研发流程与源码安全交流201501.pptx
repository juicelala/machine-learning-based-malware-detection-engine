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317" r:id="rId2"/>
    <p:sldId id="315" r:id="rId3"/>
    <p:sldId id="321" r:id="rId4"/>
    <p:sldId id="316" r:id="rId5"/>
    <p:sldId id="319" r:id="rId6"/>
    <p:sldId id="322" r:id="rId7"/>
    <p:sldId id="323" r:id="rId8"/>
    <p:sldId id="324" r:id="rId9"/>
    <p:sldId id="325" r:id="rId10"/>
    <p:sldId id="326" r:id="rId11"/>
    <p:sldId id="327" r:id="rId12"/>
    <p:sldId id="328" r:id="rId13"/>
    <p:sldId id="329" r:id="rId14"/>
    <p:sldId id="330" r:id="rId15"/>
    <p:sldId id="318" r:id="rId1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微软雅黑" pitchFamily="34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微软雅黑" pitchFamily="34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微软雅黑" pitchFamily="34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微软雅黑" pitchFamily="34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微软雅黑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微软雅黑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微软雅黑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微软雅黑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微软雅黑" pitchFamily="34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9512"/>
    <a:srgbClr val="FF6600"/>
    <a:srgbClr val="DEE399"/>
    <a:srgbClr val="000099"/>
    <a:srgbClr val="86BBF6"/>
    <a:srgbClr val="6CA62C"/>
    <a:srgbClr val="3399FF"/>
    <a:srgbClr val="009592"/>
    <a:srgbClr val="AFC2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85544" autoAdjust="0"/>
  </p:normalViewPr>
  <p:slideViewPr>
    <p:cSldViewPr>
      <p:cViewPr>
        <p:scale>
          <a:sx n="60" d="100"/>
          <a:sy n="60" d="100"/>
        </p:scale>
        <p:origin x="-210" y="1194"/>
      </p:cViewPr>
      <p:guideLst>
        <p:guide orient="horz" pos="164"/>
        <p:guide orient="horz" pos="618"/>
        <p:guide orient="horz" pos="709"/>
        <p:guide orient="horz" pos="3974"/>
        <p:guide orient="horz" pos="4064"/>
        <p:guide orient="horz" pos="4246"/>
        <p:guide orient="horz" pos="3748"/>
        <p:guide pos="5510"/>
        <p:guide pos="248"/>
        <p:guide pos="2880"/>
        <p:guide pos="2835"/>
        <p:guide pos="292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880" y="-108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FFF868D5-2AF9-4106-857C-F3AE9F6C68C5}" type="datetimeFigureOut">
              <a:rPr lang="zh-CN" altLang="en-US"/>
              <a:pPr>
                <a:defRPr/>
              </a:pPr>
              <a:t>2017/8/28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fld id="{34EAC851-5A9F-4253-BFFD-DAC2F0E8C91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16321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9275" y="5291138"/>
            <a:ext cx="5759450" cy="37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1987550" y="114300"/>
            <a:ext cx="4321175" cy="231775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ea typeface="+mn-ea"/>
              </a:defRPr>
            </a:lvl1pPr>
          </a:lstStyle>
          <a:p>
            <a:pPr>
              <a:defRPr/>
            </a:pPr>
            <a:r>
              <a:rPr lang="zh-CN" altLang="en-US"/>
              <a:t>此处添加页眉信息</a:t>
            </a:r>
          </a:p>
        </p:txBody>
      </p:sp>
      <p:sp>
        <p:nvSpPr>
          <p:cNvPr id="2052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1987550" y="346075"/>
            <a:ext cx="4321175" cy="233363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ea typeface="+mn-ea"/>
              </a:defRPr>
            </a:lvl1pPr>
          </a:lstStyle>
          <a:p>
            <a:pPr>
              <a:defRPr/>
            </a:pPr>
            <a:fld id="{CFB5C72B-EC44-4012-8B3F-6F4214B8CEE7}" type="datetime1">
              <a:rPr lang="zh-CN" altLang="en-US"/>
              <a:pPr>
                <a:defRPr/>
              </a:pPr>
              <a:t>2017/8/28</a:t>
            </a:fld>
            <a:endParaRPr lang="zh-CN" altLang="en-US"/>
          </a:p>
        </p:txBody>
      </p:sp>
      <p:sp>
        <p:nvSpPr>
          <p:cNvPr id="70661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552450" y="971550"/>
            <a:ext cx="5756275" cy="43164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sp>
      <p:sp>
        <p:nvSpPr>
          <p:cNvPr id="11270" name="备注占位符 4"/>
          <p:cNvSpPr>
            <a:spLocks noGrp="1" noRot="1" noChangeAspect="1" noChangeArrowheads="1"/>
          </p:cNvSpPr>
          <p:nvPr/>
        </p:nvSpPr>
        <p:spPr bwMode="auto">
          <a:xfrm>
            <a:off x="549275" y="5507038"/>
            <a:ext cx="5759450" cy="28781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/>
          <a:lstStyle/>
          <a:p>
            <a:pPr defTabSz="0" eaLnBrk="0" hangingPunct="0">
              <a:spcBef>
                <a:spcPct val="30000"/>
              </a:spcBef>
              <a:defRPr/>
            </a:pPr>
            <a:r>
              <a:rPr lang="zh-CN" sz="1200">
                <a:latin typeface="Arial" pitchFamily="34" charset="0"/>
                <a:ea typeface="宋体" pitchFamily="2" charset="-122"/>
              </a:rPr>
              <a:t>单击此处编辑母版文本样式</a:t>
            </a:r>
          </a:p>
          <a:p>
            <a:pPr defTabSz="0" eaLnBrk="0" hangingPunct="0">
              <a:spcBef>
                <a:spcPct val="30000"/>
              </a:spcBef>
              <a:defRPr/>
            </a:pPr>
            <a:r>
              <a:rPr lang="zh-CN" sz="1200">
                <a:latin typeface="Arial" pitchFamily="34" charset="0"/>
                <a:ea typeface="宋体" pitchFamily="2" charset="-122"/>
              </a:rPr>
              <a:t>第二级</a:t>
            </a:r>
          </a:p>
          <a:p>
            <a:pPr defTabSz="0" eaLnBrk="0" hangingPunct="0">
              <a:spcBef>
                <a:spcPct val="30000"/>
              </a:spcBef>
              <a:defRPr/>
            </a:pPr>
            <a:r>
              <a:rPr lang="zh-CN" sz="1200">
                <a:latin typeface="Arial" pitchFamily="34" charset="0"/>
                <a:ea typeface="宋体" pitchFamily="2" charset="-122"/>
              </a:rPr>
              <a:t>第三级</a:t>
            </a:r>
          </a:p>
          <a:p>
            <a:pPr defTabSz="0" eaLnBrk="0" hangingPunct="0">
              <a:spcBef>
                <a:spcPct val="30000"/>
              </a:spcBef>
              <a:defRPr/>
            </a:pPr>
            <a:r>
              <a:rPr lang="zh-CN" sz="1200">
                <a:latin typeface="Arial" pitchFamily="34" charset="0"/>
                <a:ea typeface="宋体" pitchFamily="2" charset="-122"/>
              </a:rPr>
              <a:t>第四级</a:t>
            </a:r>
          </a:p>
          <a:p>
            <a:pPr defTabSz="0" eaLnBrk="0" hangingPunct="0">
              <a:spcBef>
                <a:spcPct val="30000"/>
              </a:spcBef>
              <a:defRPr/>
            </a:pPr>
            <a:r>
              <a:rPr lang="zh-CN" sz="1200">
                <a:latin typeface="Arial" pitchFamily="34" charset="0"/>
                <a:ea typeface="宋体" pitchFamily="2" charset="-122"/>
              </a:rPr>
              <a:t>第五级</a:t>
            </a:r>
          </a:p>
        </p:txBody>
      </p:sp>
      <p:sp>
        <p:nvSpPr>
          <p:cNvPr id="2055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549275" y="8747125"/>
            <a:ext cx="2971800" cy="288925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ea typeface="+mn-ea"/>
              </a:defRPr>
            </a:lvl1pPr>
          </a:lstStyle>
          <a:p>
            <a:pPr>
              <a:defRPr/>
            </a:pPr>
            <a:r>
              <a:rPr lang="zh-CN" altLang="en-US"/>
              <a:t>此处添加页脚信息</a:t>
            </a:r>
          </a:p>
        </p:txBody>
      </p:sp>
      <p:sp>
        <p:nvSpPr>
          <p:cNvPr id="2056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748713"/>
            <a:ext cx="2424112" cy="287337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>
                <a:latin typeface="Arial" pitchFamily="34" charset="0"/>
                <a:ea typeface="+mn-ea"/>
              </a:defRPr>
            </a:lvl1pPr>
          </a:lstStyle>
          <a:p>
            <a:pPr>
              <a:defRPr/>
            </a:pPr>
            <a:r>
              <a:rPr lang="zh-CN" altLang="en-US"/>
              <a:t>第 </a:t>
            </a:r>
            <a:fld id="{45F742C5-7477-44EE-A558-483750ED1E17}" type="slidenum">
              <a:rPr lang="zh-CN" altLang="en-US"/>
              <a:pPr>
                <a:defRPr/>
              </a:pPr>
              <a:t>‹#›</a:t>
            </a:fld>
            <a:r>
              <a:rPr lang="zh-CN" altLang="en-US"/>
              <a:t> 页</a:t>
            </a:r>
          </a:p>
        </p:txBody>
      </p:sp>
      <p:sp>
        <p:nvSpPr>
          <p:cNvPr id="11273" name="直接连接符 7"/>
          <p:cNvSpPr>
            <a:spLocks noChangeShapeType="1"/>
          </p:cNvSpPr>
          <p:nvPr/>
        </p:nvSpPr>
        <p:spPr bwMode="auto">
          <a:xfrm>
            <a:off x="0" y="723900"/>
            <a:ext cx="6858000" cy="0"/>
          </a:xfrm>
          <a:prstGeom prst="line">
            <a:avLst/>
          </a:prstGeom>
          <a:noFill/>
          <a:ln w="9525">
            <a:solidFill>
              <a:srgbClr val="4B4B4B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  <p:sp>
        <p:nvSpPr>
          <p:cNvPr id="11274" name="矩形 8"/>
          <p:cNvSpPr>
            <a:spLocks noChangeArrowheads="1"/>
          </p:cNvSpPr>
          <p:nvPr/>
        </p:nvSpPr>
        <p:spPr bwMode="auto">
          <a:xfrm>
            <a:off x="549275" y="114300"/>
            <a:ext cx="1368425" cy="465138"/>
          </a:xfrm>
          <a:prstGeom prst="rect">
            <a:avLst/>
          </a:prstGeom>
          <a:solidFill>
            <a:schemeClr val="bg1"/>
          </a:solidFill>
          <a:ln w="9525">
            <a:solidFill>
              <a:srgbClr val="BFBFBF"/>
            </a:solidFill>
            <a:prstDash val="dash"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b="1">
                <a:solidFill>
                  <a:srgbClr val="4B4B4B"/>
                </a:solidFill>
                <a:latin typeface="Arial" pitchFamily="34" charset="0"/>
              </a:rPr>
              <a:t>LOGO</a:t>
            </a: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  <p:sp>
        <p:nvSpPr>
          <p:cNvPr id="11275" name="直接连接符 9"/>
          <p:cNvSpPr>
            <a:spLocks noChangeShapeType="1"/>
          </p:cNvSpPr>
          <p:nvPr/>
        </p:nvSpPr>
        <p:spPr bwMode="auto">
          <a:xfrm>
            <a:off x="0" y="8675688"/>
            <a:ext cx="6858000" cy="1587"/>
          </a:xfrm>
          <a:prstGeom prst="line">
            <a:avLst/>
          </a:prstGeom>
          <a:noFill/>
          <a:ln w="9525">
            <a:solidFill>
              <a:srgbClr val="4B4B4B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zh-CN" alt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163957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2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5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smtClean="0">
                <a:ea typeface="宋体" charset="-122"/>
              </a:rPr>
              <a:t>模板来自于 </a:t>
            </a:r>
            <a:r>
              <a:rPr lang="en-US" altLang="zh-CN" smtClean="0">
                <a:ea typeface="宋体" charset="-122"/>
              </a:rPr>
              <a:t>http://docer.wps.cn</a:t>
            </a:r>
            <a:endParaRPr lang="zh-CN" altLang="en-US" smtClean="0">
              <a:ea typeface="宋体" charset="-122"/>
            </a:endParaRPr>
          </a:p>
        </p:txBody>
      </p:sp>
      <p:sp>
        <p:nvSpPr>
          <p:cNvPr id="4100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9pPr>
          </a:lstStyle>
          <a:p>
            <a:pPr algn="r" eaLnBrk="1" hangingPunct="1">
              <a:buFont typeface="Arial" charset="0"/>
              <a:buNone/>
            </a:pPr>
            <a:fld id="{926B50CE-674B-41EF-844A-1B8F173182FE}" type="slidenum">
              <a:rPr lang="zh-CN" altLang="en-US" sz="1200">
                <a:latin typeface="Calibri" pitchFamily="34" charset="0"/>
                <a:ea typeface="宋体" charset="-122"/>
              </a:rPr>
              <a:pPr algn="r" eaLnBrk="1" hangingPunct="1">
                <a:buFont typeface="Arial" charset="0"/>
                <a:buNone/>
              </a:pPr>
              <a:t>1</a:t>
            </a:fld>
            <a:endParaRPr lang="zh-CN" altLang="en-US" sz="1200">
              <a:latin typeface="Calibri" pitchFamily="34" charset="0"/>
              <a:ea typeface="宋体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smtClean="0">
                <a:ea typeface="宋体" charset="-122"/>
              </a:rPr>
              <a:t>模板来自于 </a:t>
            </a:r>
            <a:r>
              <a:rPr lang="en-US" altLang="zh-CN" smtClean="0">
                <a:ea typeface="宋体" charset="-122"/>
              </a:rPr>
              <a:t>http://docer.wps.cn</a:t>
            </a:r>
            <a:endParaRPr lang="zh-CN" altLang="en-US" smtClean="0">
              <a:ea typeface="宋体" charset="-122"/>
            </a:endParaRPr>
          </a:p>
        </p:txBody>
      </p:sp>
      <p:sp>
        <p:nvSpPr>
          <p:cNvPr id="4100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9pPr>
          </a:lstStyle>
          <a:p>
            <a:pPr algn="r" eaLnBrk="1" hangingPunct="1">
              <a:buFont typeface="Arial" charset="0"/>
              <a:buNone/>
            </a:pPr>
            <a:fld id="{80F79495-2CEB-4653-9631-016261AD1185}" type="slidenum">
              <a:rPr lang="zh-CN" altLang="en-US" sz="1200">
                <a:latin typeface="Calibri" pitchFamily="34" charset="0"/>
                <a:ea typeface="宋体" charset="-122"/>
              </a:rPr>
              <a:pPr algn="r" eaLnBrk="1" hangingPunct="1">
                <a:buFont typeface="Arial" charset="0"/>
                <a:buNone/>
              </a:pPr>
              <a:t>2</a:t>
            </a:fld>
            <a:endParaRPr lang="zh-CN" altLang="en-US" sz="1200">
              <a:latin typeface="Calibri" pitchFamily="34" charset="0"/>
              <a:ea typeface="宋体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模板来自 </a:t>
            </a:r>
            <a:r>
              <a:rPr lang="en-US" altLang="zh-CN" smtClean="0"/>
              <a:t>http://docer.mysoeasy.com/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8EB73E-062C-4099-9DEB-06ECF7288B30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5410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 smtClean="0"/>
          </a:p>
        </p:txBody>
      </p:sp>
      <p:sp>
        <p:nvSpPr>
          <p:cNvPr id="4100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fld id="{CEFEE1D6-9E1C-4556-AD90-F6A93FE017EC}" type="slidenum">
              <a:rPr lang="zh-CN" altLang="en-US"/>
              <a:pPr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模板来自 </a:t>
            </a:r>
            <a:r>
              <a:rPr lang="en-US" altLang="zh-CN" smtClean="0"/>
              <a:t>http://docer.mysoeasy.com/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E1D939-3E60-4063-B05E-56844F97CE60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6252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mtClean="0"/>
              <a:t>模板来自于 </a:t>
            </a:r>
            <a:r>
              <a:rPr lang="en-US" altLang="zh-CN" smtClean="0"/>
              <a:t>http://docer.wps.cn</a:t>
            </a:r>
            <a:endParaRPr lang="zh-CN" altLang="en-US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fld id="{E7882668-5F70-4C38-BDEF-BC853CD1D51C}" type="slidenum">
              <a:rPr lang="zh-CN" altLang="en-US"/>
              <a:pPr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mtClean="0"/>
              <a:t>模板来自于 </a:t>
            </a:r>
            <a:r>
              <a:rPr lang="en-US" altLang="zh-CN" smtClean="0"/>
              <a:t>http://docer.wps.cn</a:t>
            </a:r>
            <a:endParaRPr lang="zh-CN" altLang="en-US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fld id="{E7882668-5F70-4C38-BDEF-BC853CD1D51C}" type="slidenum">
              <a:rPr lang="zh-CN" altLang="en-US"/>
              <a:pPr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mtClean="0"/>
              <a:t>模板来自于 </a:t>
            </a:r>
            <a:r>
              <a:rPr lang="en-US" altLang="zh-CN" smtClean="0"/>
              <a:t>http://docer.wps.cn</a:t>
            </a:r>
            <a:endParaRPr lang="zh-CN" altLang="en-US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fld id="{9A3BBCBB-E73F-47F7-8C0B-264E4CA74B0B}" type="slidenum">
              <a:rPr lang="zh-CN" altLang="en-US"/>
              <a:pPr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mtClean="0"/>
              <a:t>模板来自于 </a:t>
            </a:r>
            <a:r>
              <a:rPr lang="en-US" altLang="zh-CN" smtClean="0"/>
              <a:t>http://docer.wps.cn</a:t>
            </a:r>
            <a:endParaRPr lang="zh-CN" altLang="en-US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fld id="{3BEF6300-9B01-4A62-8FE9-9E5F64AD1DB8}" type="slidenum">
              <a:rPr lang="zh-CN" altLang="en-US"/>
              <a:pPr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3" name="灯片编号占位符 3"/>
          <p:cNvSpPr txBox="1">
            <a:spLocks noGrp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8FA4F8FF-0229-4977-9806-FDAA04BC01F7}" type="slidenum">
              <a:rPr lang="zh-CN" altLang="en-US" sz="1200">
                <a:latin typeface="Arial" panose="020B0604020202020204" pitchFamily="34" charset="0"/>
              </a:rPr>
              <a:pPr algn="r" eaLnBrk="1" hangingPunct="1"/>
              <a:t>10</a:t>
            </a:fld>
            <a:endParaRPr lang="en-US" altLang="zh-CN" sz="1200">
              <a:latin typeface="Arial" panose="020B0604020202020204" pitchFamily="34" charset="0"/>
            </a:endParaRPr>
          </a:p>
        </p:txBody>
      </p:sp>
      <p:sp>
        <p:nvSpPr>
          <p:cNvPr id="10244" name="备注占位符 4"/>
          <p:cNvSpPr>
            <a:spLocks noGrp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10371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mtClean="0"/>
              <a:t>模板来自于 </a:t>
            </a:r>
            <a:r>
              <a:rPr lang="en-US" altLang="zh-CN" smtClean="0"/>
              <a:t>http://docer.wps.cn</a:t>
            </a:r>
            <a:endParaRPr lang="zh-CN" altLang="en-US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fld id="{0F099BE7-E82F-43A5-B63E-5CC60B97E276}" type="slidenum">
              <a:rPr lang="zh-CN" altLang="en-US"/>
              <a:pPr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mtClean="0"/>
              <a:t>模板来自于 </a:t>
            </a:r>
            <a:r>
              <a:rPr lang="en-US" altLang="zh-CN" smtClean="0"/>
              <a:t>http://docer.wps.cn</a:t>
            </a:r>
            <a:endParaRPr lang="zh-CN" altLang="en-US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fld id="{4FD7161E-F376-439E-881A-EC9E10E80707}" type="slidenum">
              <a:rPr lang="zh-CN" altLang="en-US"/>
              <a:pPr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mtClean="0"/>
              <a:t>模板来自于 </a:t>
            </a:r>
            <a:r>
              <a:rPr lang="en-US" altLang="zh-CN" smtClean="0"/>
              <a:t>http://docer.wps.cn</a:t>
            </a:r>
            <a:endParaRPr lang="zh-CN" altLang="en-US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fld id="{424D97B1-4582-4784-92F3-281BEF8EC073}" type="slidenum">
              <a:rPr lang="zh-CN" altLang="en-US"/>
              <a:pPr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备注占位符 2"/>
          <p:cNvSpPr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 smtClean="0"/>
              <a:t>模板来自于 </a:t>
            </a:r>
            <a:r>
              <a:rPr lang="en-US" altLang="zh-CN" smtClean="0"/>
              <a:t>http://docer.wps.cn</a:t>
            </a:r>
            <a:endParaRPr lang="zh-CN" altLang="en-US" smtClean="0"/>
          </a:p>
        </p:txBody>
      </p:sp>
      <p:sp>
        <p:nvSpPr>
          <p:cNvPr id="6148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9pPr>
          </a:lstStyle>
          <a:p>
            <a:fld id="{B88C6D0F-4A80-4E57-B775-C3C61DA53D0F}" type="slidenum">
              <a:rPr lang="zh-CN" altLang="en-US">
                <a:latin typeface="Calibri" pitchFamily="34" charset="0"/>
              </a:rPr>
              <a:pPr/>
              <a:t>14</a:t>
            </a:fld>
            <a:endParaRPr lang="zh-CN" alt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099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/>
          <a:lstStyle/>
          <a:p>
            <a:pPr eaLnBrk="1" hangingPunct="1">
              <a:spcBef>
                <a:spcPct val="0"/>
              </a:spcBef>
            </a:pPr>
            <a:r>
              <a:rPr lang="zh-CN" altLang="en-US" smtClean="0">
                <a:ea typeface="宋体" charset="-122"/>
              </a:rPr>
              <a:t>模板来自于 </a:t>
            </a:r>
            <a:r>
              <a:rPr lang="en-US" altLang="zh-CN" smtClean="0">
                <a:ea typeface="宋体" charset="-122"/>
              </a:rPr>
              <a:t>http://docer.wps.cn</a:t>
            </a:r>
            <a:endParaRPr lang="zh-CN" altLang="en-US" smtClean="0">
              <a:ea typeface="宋体" charset="-122"/>
            </a:endParaRPr>
          </a:p>
        </p:txBody>
      </p:sp>
      <p:sp>
        <p:nvSpPr>
          <p:cNvPr id="4100" name="灯片编号占位符 3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微软雅黑" pitchFamily="34" charset="-122"/>
              </a:defRPr>
            </a:lvl9pPr>
          </a:lstStyle>
          <a:p>
            <a:pPr algn="r" eaLnBrk="1" hangingPunct="1">
              <a:buFont typeface="Arial" charset="0"/>
              <a:buNone/>
            </a:pPr>
            <a:fld id="{E8393789-3367-4C62-913C-22B3300C17B4}" type="slidenum">
              <a:rPr lang="zh-CN" altLang="en-US" sz="1200">
                <a:latin typeface="Calibri" pitchFamily="34" charset="0"/>
                <a:ea typeface="宋体" charset="-122"/>
              </a:rPr>
              <a:pPr algn="r" eaLnBrk="1" hangingPunct="1">
                <a:buFont typeface="Arial" charset="0"/>
                <a:buNone/>
              </a:pPr>
              <a:t>15</a:t>
            </a:fld>
            <a:endParaRPr lang="zh-CN" altLang="en-US" sz="1200">
              <a:latin typeface="Calibri" pitchFamily="34" charset="0"/>
              <a:ea typeface="宋体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75656" y="728700"/>
            <a:ext cx="8353425" cy="7207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3175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标题占位符 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95288" y="260350"/>
            <a:ext cx="8353425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>
                <a:sym typeface="Arial Black" pitchFamily="34" charset="0"/>
              </a:rPr>
              <a:t>单击此处编辑母版标题样式</a:t>
            </a:r>
          </a:p>
        </p:txBody>
      </p:sp>
      <p:sp>
        <p:nvSpPr>
          <p:cNvPr id="4100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5288" y="1196975"/>
            <a:ext cx="8353425" cy="511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smtClean="0">
                <a:sym typeface="Arial" charset="0"/>
              </a:rPr>
              <a:t>单击此处编辑母版文本样式</a:t>
            </a:r>
          </a:p>
          <a:p>
            <a:pPr lvl="1"/>
            <a:r>
              <a:rPr lang="zh-CN" smtClean="0">
                <a:sym typeface="Arial" charset="0"/>
              </a:rPr>
              <a:t>第二级</a:t>
            </a:r>
          </a:p>
          <a:p>
            <a:pPr lvl="2"/>
            <a:r>
              <a:rPr lang="zh-CN" smtClean="0">
                <a:sym typeface="Arial" charset="0"/>
              </a:rPr>
              <a:t>第三级</a:t>
            </a:r>
          </a:p>
          <a:p>
            <a:pPr lvl="3"/>
            <a:r>
              <a:rPr lang="zh-CN" smtClean="0">
                <a:sym typeface="Arial" charset="0"/>
              </a:rPr>
              <a:t>第四级</a:t>
            </a:r>
          </a:p>
          <a:p>
            <a:pPr lvl="4"/>
            <a:r>
              <a:rPr lang="zh-CN" smtClean="0">
                <a:sym typeface="Arial" charset="0"/>
              </a:rPr>
              <a:t>第五级</a:t>
            </a:r>
          </a:p>
        </p:txBody>
      </p:sp>
      <p:sp>
        <p:nvSpPr>
          <p:cNvPr id="1029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95288" y="6453188"/>
            <a:ext cx="2133600" cy="268287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bg1"/>
                </a:solidFill>
                <a:latin typeface="Arial" pitchFamily="34" charset="0"/>
                <a:ea typeface="+mn-ea"/>
              </a:defRPr>
            </a:lvl1pPr>
          </a:lstStyle>
          <a:p>
            <a:pPr>
              <a:defRPr/>
            </a:pPr>
            <a:fld id="{C19106F8-8BB6-4697-8B5A-67387E113853}" type="datetime1">
              <a:rPr lang="zh-CN" altLang="en-US"/>
              <a:pPr>
                <a:defRPr/>
              </a:pPr>
              <a:t>2017/8/28</a:t>
            </a:fld>
            <a:endParaRPr lang="zh-CN" altLang="en-US" sz="180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030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53188"/>
            <a:ext cx="2895600" cy="268287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bg1"/>
                </a:solidFill>
                <a:latin typeface="Arial" pitchFamily="34" charset="0"/>
                <a:ea typeface="+mn-ea"/>
              </a:defRPr>
            </a:lvl1pPr>
          </a:lstStyle>
          <a:p>
            <a:pPr>
              <a:defRPr/>
            </a:pPr>
            <a:r>
              <a:rPr lang="zh-CN" altLang="en-US"/>
              <a:t>此处添加公司信息</a:t>
            </a:r>
            <a:endParaRPr lang="zh-CN" altLang="en-US" sz="1800">
              <a:solidFill>
                <a:schemeClr val="tx1"/>
              </a:solidFill>
              <a:ea typeface="宋体" pitchFamily="2" charset="-122"/>
            </a:endParaRPr>
          </a:p>
        </p:txBody>
      </p:sp>
      <p:sp>
        <p:nvSpPr>
          <p:cNvPr id="1031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15113" y="6453188"/>
            <a:ext cx="2133600" cy="268287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bg1"/>
                </a:solidFill>
                <a:latin typeface="Arial" pitchFamily="34" charset="0"/>
                <a:ea typeface="+mn-ea"/>
              </a:defRPr>
            </a:lvl1pPr>
          </a:lstStyle>
          <a:p>
            <a:pPr>
              <a:defRPr/>
            </a:pPr>
            <a:fld id="{08F67D8A-13FB-4231-BEC6-79FA637D62E5}" type="slidenum">
              <a:rPr lang="zh-CN" altLang="en-US"/>
              <a:pPr>
                <a:defRPr/>
              </a:pPr>
              <a:t>‹#›</a:t>
            </a:fld>
            <a:endParaRPr lang="zh-CN" altLang="en-US" sz="1800" dirty="0">
              <a:ea typeface="宋体" pitchFamily="2" charset="-122"/>
            </a:endParaRPr>
          </a:p>
        </p:txBody>
      </p:sp>
      <p:sp>
        <p:nvSpPr>
          <p:cNvPr id="1032" name="矩形 14"/>
          <p:cNvSpPr>
            <a:spLocks noChangeArrowheads="1"/>
          </p:cNvSpPr>
          <p:nvPr/>
        </p:nvSpPr>
        <p:spPr bwMode="auto">
          <a:xfrm>
            <a:off x="7380288" y="334963"/>
            <a:ext cx="1368425" cy="504825"/>
          </a:xfrm>
          <a:prstGeom prst="rect">
            <a:avLst/>
          </a:prstGeom>
          <a:solidFill>
            <a:srgbClr val="F8F8F8"/>
          </a:solidFill>
          <a:ln w="9525">
            <a:solidFill>
              <a:srgbClr val="DDDDDD"/>
            </a:solidFill>
            <a:prstDash val="dash"/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en-US" altLang="zh-CN" b="1">
                <a:solidFill>
                  <a:srgbClr val="4D4D4D"/>
                </a:solidFill>
                <a:latin typeface="Arial" pitchFamily="34" charset="0"/>
                <a:cs typeface="Arial" pitchFamily="34" charset="0"/>
                <a:sym typeface="Arial" pitchFamily="34" charset="0"/>
              </a:rPr>
              <a:t>LOGO</a:t>
            </a:r>
            <a:endParaRPr lang="zh-CN" altLang="en-US">
              <a:latin typeface="Arial" pitchFamily="34" charset="0"/>
              <a:ea typeface="宋体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90" r:id="rId1"/>
    <p:sldLayoutId id="2147484091" r:id="rId2"/>
  </p:sldLayoutIdLst>
  <p:hf sldNum="0" hdr="0"/>
  <p:txStyles>
    <p:titleStyle>
      <a:lvl1pPr marL="914400" indent="-9144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+mj-lt"/>
          <a:ea typeface="+mj-ea"/>
          <a:cs typeface="+mj-cs"/>
          <a:sym typeface="Arial Black" pitchFamily="34" charset="0"/>
        </a:defRPr>
      </a:lvl1pPr>
      <a:lvl2pPr marL="914400" indent="-9144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 Black" pitchFamily="34" charset="0"/>
          <a:ea typeface="微软雅黑" pitchFamily="34" charset="-122"/>
          <a:sym typeface="Arial Black" pitchFamily="34" charset="0"/>
        </a:defRPr>
      </a:lvl2pPr>
      <a:lvl3pPr marL="914400" indent="-9144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 Black" pitchFamily="34" charset="0"/>
          <a:ea typeface="微软雅黑" pitchFamily="34" charset="-122"/>
          <a:sym typeface="Arial Black" pitchFamily="34" charset="0"/>
        </a:defRPr>
      </a:lvl3pPr>
      <a:lvl4pPr marL="914400" indent="-9144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 Black" pitchFamily="34" charset="0"/>
          <a:ea typeface="微软雅黑" pitchFamily="34" charset="-122"/>
          <a:sym typeface="Arial Black" pitchFamily="34" charset="0"/>
        </a:defRPr>
      </a:lvl4pPr>
      <a:lvl5pPr marL="914400" indent="-914400"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 Black" pitchFamily="34" charset="0"/>
          <a:ea typeface="微软雅黑" pitchFamily="34" charset="-122"/>
          <a:sym typeface="Arial Black" pitchFamily="34" charset="0"/>
        </a:defRPr>
      </a:lvl5pPr>
      <a:lvl6pPr marL="1371600" indent="-9144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 Black" pitchFamily="34" charset="0"/>
          <a:ea typeface="微软雅黑" pitchFamily="34" charset="-122"/>
          <a:sym typeface="Arial Black" pitchFamily="34" charset="0"/>
        </a:defRPr>
      </a:lvl6pPr>
      <a:lvl7pPr marL="1828800" indent="-9144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 Black" pitchFamily="34" charset="0"/>
          <a:ea typeface="微软雅黑" pitchFamily="34" charset="-122"/>
          <a:sym typeface="Arial Black" pitchFamily="34" charset="0"/>
        </a:defRPr>
      </a:lvl7pPr>
      <a:lvl8pPr marL="2286000" indent="-9144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 Black" pitchFamily="34" charset="0"/>
          <a:ea typeface="微软雅黑" pitchFamily="34" charset="-122"/>
          <a:sym typeface="Arial Black" pitchFamily="34" charset="0"/>
        </a:defRPr>
      </a:lvl8pPr>
      <a:lvl9pPr marL="2743200" indent="-914400" algn="l" rtl="0" fontAlgn="base"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Arial Black" pitchFamily="34" charset="0"/>
          <a:ea typeface="微软雅黑" pitchFamily="34" charset="-122"/>
          <a:sym typeface="Arial Black" pitchFamily="34" charset="0"/>
        </a:defRPr>
      </a:lvl9pPr>
    </p:titleStyle>
    <p:bodyStyle>
      <a:lvl1pPr marL="342900" indent="-342900" algn="l" rtl="0" eaLnBrk="0" fontAlgn="base" hangingPunct="0">
        <a:spcBef>
          <a:spcPct val="0"/>
        </a:spcBef>
        <a:spcAft>
          <a:spcPts val="400"/>
        </a:spcAft>
        <a:buSzPct val="70000"/>
        <a:buFont typeface="Wingdings" pitchFamily="2" charset="2"/>
        <a:buChar char="l"/>
        <a:defRPr sz="2400" b="1"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1pPr>
      <a:lvl2pPr marL="742950" indent="-285750" algn="l" rtl="0" eaLnBrk="0" fontAlgn="ctr" hangingPunct="0">
        <a:spcBef>
          <a:spcPct val="0"/>
        </a:spcBef>
        <a:spcAft>
          <a:spcPts val="400"/>
        </a:spcAft>
        <a:buSzPct val="70000"/>
        <a:buFont typeface="Wingdings" pitchFamily="2" charset="2"/>
        <a:buChar char="l"/>
        <a:defRPr sz="2000" b="1">
          <a:solidFill>
            <a:schemeClr val="tx1"/>
          </a:solidFill>
          <a:latin typeface="+mn-lt"/>
          <a:ea typeface="+mn-ea"/>
          <a:sym typeface="Arial" charset="0"/>
        </a:defRPr>
      </a:lvl2pPr>
      <a:lvl3pPr marL="1143000" indent="-228600" algn="l" rtl="0" eaLnBrk="0" fontAlgn="ctr" hangingPunct="0">
        <a:spcBef>
          <a:spcPct val="0"/>
        </a:spcBef>
        <a:spcAft>
          <a:spcPts val="400"/>
        </a:spcAft>
        <a:buSzPct val="70000"/>
        <a:buFont typeface="Wingdings" pitchFamily="2" charset="2"/>
        <a:buChar char="l"/>
        <a:defRPr sz="2400" b="1">
          <a:solidFill>
            <a:schemeClr val="tx1"/>
          </a:solidFill>
          <a:latin typeface="+mn-lt"/>
          <a:ea typeface="+mn-ea"/>
          <a:sym typeface="Arial" charset="0"/>
        </a:defRPr>
      </a:lvl3pPr>
      <a:lvl4pPr marL="1600200" indent="-228600" algn="l" rtl="0" eaLnBrk="0" fontAlgn="ctr" hangingPunct="0">
        <a:spcBef>
          <a:spcPct val="0"/>
        </a:spcBef>
        <a:spcAft>
          <a:spcPts val="400"/>
        </a:spcAft>
        <a:buSzPct val="70000"/>
        <a:buFont typeface="Wingdings" pitchFamily="2" charset="2"/>
        <a:buChar char="l"/>
        <a:defRPr sz="1600" b="1">
          <a:solidFill>
            <a:schemeClr val="tx1"/>
          </a:solidFill>
          <a:latin typeface="+mn-lt"/>
          <a:ea typeface="+mn-ea"/>
          <a:sym typeface="Arial" charset="0"/>
        </a:defRPr>
      </a:lvl4pPr>
      <a:lvl5pPr marL="2057400" indent="-228600" algn="l" rtl="0" eaLnBrk="0" fontAlgn="ctr" hangingPunct="0">
        <a:spcBef>
          <a:spcPct val="0"/>
        </a:spcBef>
        <a:spcAft>
          <a:spcPts val="400"/>
        </a:spcAft>
        <a:buSzPct val="70000"/>
        <a:buFont typeface="Wingdings" pitchFamily="2" charset="2"/>
        <a:buChar char="l"/>
        <a:defRPr sz="1600" b="1">
          <a:solidFill>
            <a:schemeClr val="tx1"/>
          </a:solidFill>
          <a:latin typeface="+mn-lt"/>
          <a:ea typeface="+mn-ea"/>
          <a:sym typeface="Arial" charset="0"/>
        </a:defRPr>
      </a:lvl5pPr>
      <a:lvl6pPr marL="2514600" indent="-228600" algn="l" rtl="0" fontAlgn="ctr">
        <a:spcBef>
          <a:spcPct val="0"/>
        </a:spcBef>
        <a:spcAft>
          <a:spcPts val="400"/>
        </a:spcAft>
        <a:buSzPct val="70000"/>
        <a:buFont typeface="Wingdings" pitchFamily="2" charset="2"/>
        <a:buChar char="l"/>
        <a:defRPr sz="1600" b="1">
          <a:solidFill>
            <a:schemeClr val="tx1"/>
          </a:solidFill>
          <a:latin typeface="+mn-lt"/>
          <a:ea typeface="+mn-ea"/>
          <a:sym typeface="Arial" pitchFamily="34" charset="0"/>
        </a:defRPr>
      </a:lvl6pPr>
      <a:lvl7pPr marL="2971800" indent="-228600" algn="l" rtl="0" fontAlgn="ctr">
        <a:spcBef>
          <a:spcPct val="0"/>
        </a:spcBef>
        <a:spcAft>
          <a:spcPts val="400"/>
        </a:spcAft>
        <a:buSzPct val="70000"/>
        <a:buFont typeface="Wingdings" pitchFamily="2" charset="2"/>
        <a:buChar char="l"/>
        <a:defRPr sz="1600" b="1">
          <a:solidFill>
            <a:schemeClr val="tx1"/>
          </a:solidFill>
          <a:latin typeface="+mn-lt"/>
          <a:ea typeface="+mn-ea"/>
          <a:sym typeface="Arial" pitchFamily="34" charset="0"/>
        </a:defRPr>
      </a:lvl7pPr>
      <a:lvl8pPr marL="3429000" indent="-228600" algn="l" rtl="0" fontAlgn="ctr">
        <a:spcBef>
          <a:spcPct val="0"/>
        </a:spcBef>
        <a:spcAft>
          <a:spcPts val="400"/>
        </a:spcAft>
        <a:buSzPct val="70000"/>
        <a:buFont typeface="Wingdings" pitchFamily="2" charset="2"/>
        <a:buChar char="l"/>
        <a:defRPr sz="1600" b="1">
          <a:solidFill>
            <a:schemeClr val="tx1"/>
          </a:solidFill>
          <a:latin typeface="+mn-lt"/>
          <a:ea typeface="+mn-ea"/>
          <a:sym typeface="Arial" pitchFamily="34" charset="0"/>
        </a:defRPr>
      </a:lvl8pPr>
      <a:lvl9pPr marL="3886200" indent="-228600" algn="l" rtl="0" fontAlgn="ctr">
        <a:spcBef>
          <a:spcPct val="0"/>
        </a:spcBef>
        <a:spcAft>
          <a:spcPts val="400"/>
        </a:spcAft>
        <a:buSzPct val="70000"/>
        <a:buFont typeface="Wingdings" pitchFamily="2" charset="2"/>
        <a:buChar char="l"/>
        <a:defRPr sz="1600" b="1">
          <a:solidFill>
            <a:schemeClr val="tx1"/>
          </a:solidFill>
          <a:latin typeface="+mn-lt"/>
          <a:ea typeface="+mn-ea"/>
          <a:sym typeface="Arial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://sebug.net/vuldb/ssvid-61989" TargetMode="External"/><Relationship Id="rId13" Type="http://schemas.openxmlformats.org/officeDocument/2006/relationships/hyperlink" Target="http://sebug.net/vuldb/ssvid-61682" TargetMode="External"/><Relationship Id="rId18" Type="http://schemas.openxmlformats.org/officeDocument/2006/relationships/hyperlink" Target="http://sebug.net/vuldb/ssvid-61594" TargetMode="External"/><Relationship Id="rId26" Type="http://schemas.openxmlformats.org/officeDocument/2006/relationships/hyperlink" Target="http://sebug.net/vuldb/ssvid-60905" TargetMode="External"/><Relationship Id="rId3" Type="http://schemas.openxmlformats.org/officeDocument/2006/relationships/hyperlink" Target="http://sebug.net/vuldb/ssvid-87315" TargetMode="External"/><Relationship Id="rId21" Type="http://schemas.openxmlformats.org/officeDocument/2006/relationships/hyperlink" Target="http://sebug.net/vuldb/ssvid-61272" TargetMode="External"/><Relationship Id="rId7" Type="http://schemas.openxmlformats.org/officeDocument/2006/relationships/hyperlink" Target="http://sebug.net/vuldb/ssvid-62048" TargetMode="External"/><Relationship Id="rId12" Type="http://schemas.openxmlformats.org/officeDocument/2006/relationships/hyperlink" Target="http://sebug.net/vuldb/ssvid-61683" TargetMode="External"/><Relationship Id="rId17" Type="http://schemas.openxmlformats.org/officeDocument/2006/relationships/hyperlink" Target="http://sebug.net/vuldb/ssvid-61593" TargetMode="External"/><Relationship Id="rId25" Type="http://schemas.openxmlformats.org/officeDocument/2006/relationships/hyperlink" Target="http://sebug.net/vuldb/ssvid-60913" TargetMode="External"/><Relationship Id="rId2" Type="http://schemas.openxmlformats.org/officeDocument/2006/relationships/notesSlide" Target="../notesSlides/notesSlide8.xml"/><Relationship Id="rId16" Type="http://schemas.openxmlformats.org/officeDocument/2006/relationships/hyperlink" Target="http://sebug.net/vuldb/ssvid-61573" TargetMode="External"/><Relationship Id="rId20" Type="http://schemas.openxmlformats.org/officeDocument/2006/relationships/hyperlink" Target="http://sebug.net/vuldb/ssvid-61443" TargetMode="External"/><Relationship Id="rId29" Type="http://schemas.openxmlformats.org/officeDocument/2006/relationships/hyperlink" Target="http://sebug.net/vuldb/ssvid-60788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sebug.net/vuldb/ssvid-62214" TargetMode="External"/><Relationship Id="rId11" Type="http://schemas.openxmlformats.org/officeDocument/2006/relationships/hyperlink" Target="http://sebug.net/vuldb/ssvid-61709" TargetMode="External"/><Relationship Id="rId24" Type="http://schemas.openxmlformats.org/officeDocument/2006/relationships/hyperlink" Target="http://sebug.net/vuldb/ssvid-60981" TargetMode="External"/><Relationship Id="rId32" Type="http://schemas.openxmlformats.org/officeDocument/2006/relationships/hyperlink" Target="http://sebug.net/vuldb/ssvid-60657" TargetMode="External"/><Relationship Id="rId5" Type="http://schemas.openxmlformats.org/officeDocument/2006/relationships/hyperlink" Target="http://sebug.net/vuldb/ssvid-87152" TargetMode="External"/><Relationship Id="rId15" Type="http://schemas.openxmlformats.org/officeDocument/2006/relationships/hyperlink" Target="http://sebug.net/vuldb/ssvid-61642" TargetMode="External"/><Relationship Id="rId23" Type="http://schemas.openxmlformats.org/officeDocument/2006/relationships/hyperlink" Target="http://sebug.net/vuldb/ssvid-61053" TargetMode="External"/><Relationship Id="rId28" Type="http://schemas.openxmlformats.org/officeDocument/2006/relationships/hyperlink" Target="http://sebug.net/vuldb/ssvid-60867" TargetMode="External"/><Relationship Id="rId10" Type="http://schemas.openxmlformats.org/officeDocument/2006/relationships/hyperlink" Target="http://sebug.net/vuldb/ssvid-61874" TargetMode="External"/><Relationship Id="rId19" Type="http://schemas.openxmlformats.org/officeDocument/2006/relationships/hyperlink" Target="http://sebug.net/vuldb/ssvid-61595" TargetMode="External"/><Relationship Id="rId31" Type="http://schemas.openxmlformats.org/officeDocument/2006/relationships/hyperlink" Target="http://sebug.net/vuldb/ssvid-60668" TargetMode="External"/><Relationship Id="rId4" Type="http://schemas.openxmlformats.org/officeDocument/2006/relationships/hyperlink" Target="http://sebug.net/vuldb/ssvid-87147" TargetMode="External"/><Relationship Id="rId9" Type="http://schemas.openxmlformats.org/officeDocument/2006/relationships/hyperlink" Target="http://sebug.net/vuldb/ssvid-61951" TargetMode="External"/><Relationship Id="rId14" Type="http://schemas.openxmlformats.org/officeDocument/2006/relationships/hyperlink" Target="http://sebug.net/vuldb/ssvid-61629" TargetMode="External"/><Relationship Id="rId22" Type="http://schemas.openxmlformats.org/officeDocument/2006/relationships/hyperlink" Target="http://sebug.net/vuldb/ssvid-61596" TargetMode="External"/><Relationship Id="rId27" Type="http://schemas.openxmlformats.org/officeDocument/2006/relationships/hyperlink" Target="http://sebug.net/vuldb/ssvid-60893" TargetMode="External"/><Relationship Id="rId30" Type="http://schemas.openxmlformats.org/officeDocument/2006/relationships/hyperlink" Target="http://sebug.net/vuldb/ssvid-61200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任意多边形 30"/>
          <p:cNvSpPr>
            <a:spLocks/>
          </p:cNvSpPr>
          <p:nvPr/>
        </p:nvSpPr>
        <p:spPr bwMode="auto">
          <a:xfrm>
            <a:off x="5508625" y="760413"/>
            <a:ext cx="2725738" cy="2808287"/>
          </a:xfrm>
          <a:custGeom>
            <a:avLst/>
            <a:gdLst>
              <a:gd name="T0" fmla="*/ 0 w 2725556"/>
              <a:gd name="T1" fmla="*/ 0 h 2808312"/>
              <a:gd name="T2" fmla="*/ 2726102 w 2725556"/>
              <a:gd name="T3" fmla="*/ 0 h 2808312"/>
              <a:gd name="T4" fmla="*/ 2726102 w 2725556"/>
              <a:gd name="T5" fmla="*/ 2808237 h 2808312"/>
              <a:gd name="T6" fmla="*/ 927115 w 2725556"/>
              <a:gd name="T7" fmla="*/ 2808237 h 2808312"/>
              <a:gd name="T8" fmla="*/ 0 w 2725556"/>
              <a:gd name="T9" fmla="*/ 0 h 2808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725556" h="2808312">
                <a:moveTo>
                  <a:pt x="0" y="0"/>
                </a:moveTo>
                <a:lnTo>
                  <a:pt x="2725556" y="0"/>
                </a:lnTo>
                <a:lnTo>
                  <a:pt x="2725556" y="2808312"/>
                </a:lnTo>
                <a:lnTo>
                  <a:pt x="926929" y="2808312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075" name="任意多边形 29"/>
          <p:cNvSpPr>
            <a:spLocks/>
          </p:cNvSpPr>
          <p:nvPr/>
        </p:nvSpPr>
        <p:spPr bwMode="auto">
          <a:xfrm>
            <a:off x="2747963" y="760413"/>
            <a:ext cx="3648075" cy="2808287"/>
          </a:xfrm>
          <a:custGeom>
            <a:avLst/>
            <a:gdLst>
              <a:gd name="T0" fmla="*/ 0 w 3646703"/>
              <a:gd name="T1" fmla="*/ 0 h 2808312"/>
              <a:gd name="T2" fmla="*/ 2722845 w 3646703"/>
              <a:gd name="T3" fmla="*/ 0 h 2808312"/>
              <a:gd name="T4" fmla="*/ 3650821 w 3646703"/>
              <a:gd name="T5" fmla="*/ 2808237 h 2808312"/>
              <a:gd name="T6" fmla="*/ 927977 w 3646703"/>
              <a:gd name="T7" fmla="*/ 2808237 h 2808312"/>
              <a:gd name="T8" fmla="*/ 0 w 3646703"/>
              <a:gd name="T9" fmla="*/ 0 h 2808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46703" h="2808312">
                <a:moveTo>
                  <a:pt x="0" y="0"/>
                </a:moveTo>
                <a:lnTo>
                  <a:pt x="2719774" y="0"/>
                </a:lnTo>
                <a:lnTo>
                  <a:pt x="3646703" y="2808312"/>
                </a:lnTo>
                <a:lnTo>
                  <a:pt x="926930" y="2808312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076" name="任意多边形 26"/>
          <p:cNvSpPr>
            <a:spLocks/>
          </p:cNvSpPr>
          <p:nvPr/>
        </p:nvSpPr>
        <p:spPr bwMode="auto">
          <a:xfrm>
            <a:off x="996950" y="760413"/>
            <a:ext cx="2638425" cy="2808287"/>
          </a:xfrm>
          <a:custGeom>
            <a:avLst/>
            <a:gdLst>
              <a:gd name="T0" fmla="*/ 0 w 2639293"/>
              <a:gd name="T1" fmla="*/ 0 h 2808312"/>
              <a:gd name="T2" fmla="*/ 1710674 w 2639293"/>
              <a:gd name="T3" fmla="*/ 0 h 2808312"/>
              <a:gd name="T4" fmla="*/ 2636690 w 2639293"/>
              <a:gd name="T5" fmla="*/ 2808237 h 2808312"/>
              <a:gd name="T6" fmla="*/ 0 w 2639293"/>
              <a:gd name="T7" fmla="*/ 2808237 h 2808312"/>
              <a:gd name="T8" fmla="*/ 0 w 2639293"/>
              <a:gd name="T9" fmla="*/ 0 h 28083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639293" h="2808312">
                <a:moveTo>
                  <a:pt x="0" y="0"/>
                </a:moveTo>
                <a:lnTo>
                  <a:pt x="1712363" y="0"/>
                </a:lnTo>
                <a:lnTo>
                  <a:pt x="2639293" y="2808312"/>
                </a:lnTo>
                <a:lnTo>
                  <a:pt x="0" y="2808312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 cmpd="sng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080" name="矩形 40"/>
          <p:cNvSpPr>
            <a:spLocks noChangeArrowheads="1"/>
          </p:cNvSpPr>
          <p:nvPr/>
        </p:nvSpPr>
        <p:spPr bwMode="auto">
          <a:xfrm>
            <a:off x="1071563" y="3908425"/>
            <a:ext cx="1570037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Arial" charset="0"/>
              <a:buNone/>
            </a:pPr>
            <a:r>
              <a:rPr lang="zh-CN" altLang="en-US" sz="2400" dirty="0">
                <a:solidFill>
                  <a:srgbClr val="FFFFFF"/>
                </a:solidFill>
                <a:latin typeface="微软雅黑" pitchFamily="34" charset="-122"/>
              </a:rPr>
              <a:t>图文模板</a:t>
            </a:r>
          </a:p>
        </p:txBody>
      </p:sp>
      <p:grpSp>
        <p:nvGrpSpPr>
          <p:cNvPr id="9" name="组合 7"/>
          <p:cNvGrpSpPr>
            <a:grpSpLocks/>
          </p:cNvGrpSpPr>
          <p:nvPr/>
        </p:nvGrpSpPr>
        <p:grpSpPr bwMode="auto">
          <a:xfrm>
            <a:off x="467544" y="85236"/>
            <a:ext cx="2792412" cy="576262"/>
            <a:chOff x="215517" y="224644"/>
            <a:chExt cx="4062982" cy="838200"/>
          </a:xfrm>
        </p:grpSpPr>
        <p:pic>
          <p:nvPicPr>
            <p:cNvPr id="10" name="Picture 6" descr="D:\work\部门提供参考资料\LOGO\蓝盾 - 让你的安全更智慧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287524" y="224644"/>
              <a:ext cx="3990975" cy="838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" name="Picture 7" descr="D:\work\部门提供参考资料\LOGO\LOGO（黑字）- 2010-0709.png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215517" y="224645"/>
              <a:ext cx="1597298" cy="8280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2" name="标题 6"/>
          <p:cNvSpPr txBox="1">
            <a:spLocks noChangeArrowheads="1"/>
          </p:cNvSpPr>
          <p:nvPr/>
        </p:nvSpPr>
        <p:spPr>
          <a:xfrm>
            <a:off x="996950" y="4186183"/>
            <a:ext cx="7463482" cy="684572"/>
          </a:xfrm>
          <a:prstGeom prst="rect">
            <a:avLst/>
          </a:prstGeom>
        </p:spPr>
        <p:txBody>
          <a:bodyPr/>
          <a:lstStyle>
            <a:lvl1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+mj-lt"/>
                <a:ea typeface="+mj-ea"/>
                <a:cs typeface="+mj-cs"/>
                <a:sym typeface="Arial Black" pitchFamily="34" charset="0"/>
              </a:defRPr>
            </a:lvl1pPr>
            <a:lvl2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itchFamily="34" charset="0"/>
                <a:ea typeface="微软雅黑" pitchFamily="34" charset="-122"/>
                <a:sym typeface="Arial Black" pitchFamily="34" charset="0"/>
              </a:defRPr>
            </a:lvl2pPr>
            <a:lvl3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itchFamily="34" charset="0"/>
                <a:ea typeface="微软雅黑" pitchFamily="34" charset="-122"/>
                <a:sym typeface="Arial Black" pitchFamily="34" charset="0"/>
              </a:defRPr>
            </a:lvl3pPr>
            <a:lvl4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itchFamily="34" charset="0"/>
                <a:ea typeface="微软雅黑" pitchFamily="34" charset="-122"/>
                <a:sym typeface="Arial Black" pitchFamily="34" charset="0"/>
              </a:defRPr>
            </a:lvl4pPr>
            <a:lvl5pPr marL="914400" indent="-914400" algn="l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itchFamily="34" charset="0"/>
                <a:ea typeface="微软雅黑" pitchFamily="34" charset="-122"/>
                <a:sym typeface="Arial Black" pitchFamily="34" charset="0"/>
              </a:defRPr>
            </a:lvl5pPr>
            <a:lvl6pPr marL="1371600" indent="-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itchFamily="34" charset="0"/>
                <a:ea typeface="微软雅黑" pitchFamily="34" charset="-122"/>
                <a:sym typeface="Arial Black" pitchFamily="34" charset="0"/>
              </a:defRPr>
            </a:lvl6pPr>
            <a:lvl7pPr marL="1828800" indent="-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itchFamily="34" charset="0"/>
                <a:ea typeface="微软雅黑" pitchFamily="34" charset="-122"/>
                <a:sym typeface="Arial Black" pitchFamily="34" charset="0"/>
              </a:defRPr>
            </a:lvl7pPr>
            <a:lvl8pPr marL="2286000" indent="-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itchFamily="34" charset="0"/>
                <a:ea typeface="微软雅黑" pitchFamily="34" charset="-122"/>
                <a:sym typeface="Arial Black" pitchFamily="34" charset="0"/>
              </a:defRPr>
            </a:lvl8pPr>
            <a:lvl9pPr marL="2743200" indent="-914400" algn="l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Arial Black" pitchFamily="34" charset="0"/>
                <a:ea typeface="微软雅黑" pitchFamily="34" charset="-122"/>
                <a:sym typeface="Arial Black" pitchFamily="34" charset="0"/>
              </a:defRPr>
            </a:lvl9pPr>
          </a:lstStyle>
          <a:p>
            <a:pPr marL="0" indent="0" eaLnBrk="1" hangingPunct="1">
              <a:defRPr/>
            </a:pPr>
            <a:r>
              <a:rPr lang="zh-CN" altLang="en-US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（</a:t>
            </a:r>
            <a:r>
              <a:rPr lang="zh-CN" altLang="en-US" sz="2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源代码</a:t>
            </a:r>
            <a:r>
              <a:rPr lang="zh-CN" altLang="en-US" sz="1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</a:t>
            </a:r>
            <a:r>
              <a:rPr lang="zh-CN" alt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安全管理在研发过程的控制</a:t>
            </a:r>
            <a:endParaRPr lang="zh-CN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副标题 7"/>
          <p:cNvSpPr txBox="1">
            <a:spLocks noChangeArrowheads="1"/>
          </p:cNvSpPr>
          <p:nvPr/>
        </p:nvSpPr>
        <p:spPr bwMode="auto">
          <a:xfrm>
            <a:off x="3383868" y="4932542"/>
            <a:ext cx="3846046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ts val="400"/>
              </a:spcAft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  <a:sym typeface="Arial" charset="0"/>
              </a:defRPr>
            </a:lvl1pPr>
            <a:lvl2pPr marL="742950" indent="-285750" algn="l" rtl="0" eaLnBrk="0" fontAlgn="ctr" hangingPunct="0">
              <a:spcBef>
                <a:spcPct val="0"/>
              </a:spcBef>
              <a:spcAft>
                <a:spcPts val="400"/>
              </a:spcAft>
              <a:buSzPct val="70000"/>
              <a:buFont typeface="Wingdings" pitchFamily="2" charset="2"/>
              <a:buChar char="l"/>
              <a:defRPr sz="2000" b="1">
                <a:solidFill>
                  <a:schemeClr val="tx1"/>
                </a:solidFill>
                <a:latin typeface="+mn-lt"/>
                <a:ea typeface="+mn-ea"/>
                <a:sym typeface="Arial" charset="0"/>
              </a:defRPr>
            </a:lvl2pPr>
            <a:lvl3pPr marL="1143000" indent="-228600" algn="l" rtl="0" eaLnBrk="0" fontAlgn="ctr" hangingPunct="0">
              <a:spcBef>
                <a:spcPct val="0"/>
              </a:spcBef>
              <a:spcAft>
                <a:spcPts val="400"/>
              </a:spcAft>
              <a:buSzPct val="70000"/>
              <a:buFont typeface="Wingdings" pitchFamily="2" charset="2"/>
              <a:buChar char="l"/>
              <a:defRPr sz="2400" b="1">
                <a:solidFill>
                  <a:schemeClr val="tx1"/>
                </a:solidFill>
                <a:latin typeface="+mn-lt"/>
                <a:ea typeface="+mn-ea"/>
                <a:sym typeface="Arial" charset="0"/>
              </a:defRPr>
            </a:lvl3pPr>
            <a:lvl4pPr marL="1600200" indent="-228600" algn="l" rtl="0" eaLnBrk="0" fontAlgn="ctr" hangingPunct="0">
              <a:spcBef>
                <a:spcPct val="0"/>
              </a:spcBef>
              <a:spcAft>
                <a:spcPts val="400"/>
              </a:spcAft>
              <a:buSzPct val="70000"/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  <a:sym typeface="Arial" charset="0"/>
              </a:defRPr>
            </a:lvl4pPr>
            <a:lvl5pPr marL="2057400" indent="-228600" algn="l" rtl="0" eaLnBrk="0" fontAlgn="ctr" hangingPunct="0">
              <a:spcBef>
                <a:spcPct val="0"/>
              </a:spcBef>
              <a:spcAft>
                <a:spcPts val="400"/>
              </a:spcAft>
              <a:buSzPct val="70000"/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  <a:sym typeface="Arial" charset="0"/>
              </a:defRPr>
            </a:lvl5pPr>
            <a:lvl6pPr marL="2514600" indent="-228600" algn="l" rtl="0" fontAlgn="ctr">
              <a:spcBef>
                <a:spcPct val="0"/>
              </a:spcBef>
              <a:spcAft>
                <a:spcPts val="400"/>
              </a:spcAft>
              <a:buSzPct val="70000"/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  <a:sym typeface="Arial" pitchFamily="34" charset="0"/>
              </a:defRPr>
            </a:lvl6pPr>
            <a:lvl7pPr marL="2971800" indent="-228600" algn="l" rtl="0" fontAlgn="ctr">
              <a:spcBef>
                <a:spcPct val="0"/>
              </a:spcBef>
              <a:spcAft>
                <a:spcPts val="400"/>
              </a:spcAft>
              <a:buSzPct val="70000"/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  <a:sym typeface="Arial" pitchFamily="34" charset="0"/>
              </a:defRPr>
            </a:lvl7pPr>
            <a:lvl8pPr marL="3429000" indent="-228600" algn="l" rtl="0" fontAlgn="ctr">
              <a:spcBef>
                <a:spcPct val="0"/>
              </a:spcBef>
              <a:spcAft>
                <a:spcPts val="400"/>
              </a:spcAft>
              <a:buSzPct val="70000"/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  <a:sym typeface="Arial" pitchFamily="34" charset="0"/>
              </a:defRPr>
            </a:lvl8pPr>
            <a:lvl9pPr marL="3886200" indent="-228600" algn="l" rtl="0" fontAlgn="ctr">
              <a:spcBef>
                <a:spcPct val="0"/>
              </a:spcBef>
              <a:spcAft>
                <a:spcPts val="400"/>
              </a:spcAft>
              <a:buSzPct val="70000"/>
              <a:buFont typeface="Wingdings" pitchFamily="2" charset="2"/>
              <a:buChar char="l"/>
              <a:defRPr sz="1600" b="1">
                <a:solidFill>
                  <a:schemeClr val="tx1"/>
                </a:solidFill>
                <a:latin typeface="+mn-lt"/>
                <a:ea typeface="+mn-ea"/>
                <a:sym typeface="Arial" pitchFamily="34" charset="0"/>
              </a:defRPr>
            </a:lvl9pPr>
          </a:lstStyle>
          <a:p>
            <a:pPr marL="0" indent="0" eaLnBrk="1" hangingPunct="1">
              <a:buFont typeface="Wingdings" pitchFamily="2" charset="2"/>
              <a:buNone/>
              <a:defRPr/>
            </a:pPr>
            <a:r>
              <a:rPr lang="en-US" altLang="zh-CN" sz="1600" b="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Arial" pitchFamily="34" charset="0"/>
              </a:rPr>
              <a:t>--- </a:t>
            </a:r>
            <a:r>
              <a:rPr lang="zh-CN" altLang="en-US" sz="1600" b="0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Arial" pitchFamily="34" charset="0"/>
              </a:rPr>
              <a:t>蓝盾研发中心</a:t>
            </a:r>
            <a:endParaRPr lang="zh-CN" sz="1600" b="0" dirty="0" smtClean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3884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任意多边形 17"/>
          <p:cNvSpPr>
            <a:spLocks/>
          </p:cNvSpPr>
          <p:nvPr/>
        </p:nvSpPr>
        <p:spPr bwMode="auto">
          <a:xfrm>
            <a:off x="-1588" y="0"/>
            <a:ext cx="5437188" cy="6858000"/>
          </a:xfrm>
          <a:custGeom>
            <a:avLst/>
            <a:gdLst>
              <a:gd name="T0" fmla="*/ 0 w 5437991"/>
              <a:gd name="T1" fmla="*/ 0 h 6858000"/>
              <a:gd name="T2" fmla="*/ 5435582 w 5437991"/>
              <a:gd name="T3" fmla="*/ 0 h 6858000"/>
              <a:gd name="T4" fmla="*/ 1632404 w 5437991"/>
              <a:gd name="T5" fmla="*/ 6858000 h 6858000"/>
              <a:gd name="T6" fmla="*/ 0 w 5437991"/>
              <a:gd name="T7" fmla="*/ 6858000 h 6858000"/>
              <a:gd name="T8" fmla="*/ 0 w 5437991"/>
              <a:gd name="T9" fmla="*/ 0 h 6858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437991" h="6858000">
                <a:moveTo>
                  <a:pt x="0" y="0"/>
                </a:moveTo>
                <a:lnTo>
                  <a:pt x="5437991" y="0"/>
                </a:lnTo>
                <a:lnTo>
                  <a:pt x="163312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 dirty="0"/>
          </a:p>
        </p:txBody>
      </p:sp>
      <p:sp>
        <p:nvSpPr>
          <p:cNvPr id="3075" name="Text Box 20"/>
          <p:cNvSpPr txBox="1">
            <a:spLocks noChangeArrowheads="1"/>
          </p:cNvSpPr>
          <p:nvPr/>
        </p:nvSpPr>
        <p:spPr bwMode="auto">
          <a:xfrm>
            <a:off x="1306513" y="1206500"/>
            <a:ext cx="181133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1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 sz="15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Aft>
                <a:spcPct val="0"/>
              </a:spcAft>
              <a:buFont typeface="Arial" charset="0"/>
              <a:defRPr sz="13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Aft>
                <a:spcPct val="0"/>
              </a:spcAft>
              <a:buFont typeface="Arial" charset="0"/>
              <a:defRPr sz="13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Aft>
                <a:spcPct val="0"/>
              </a:spcAft>
              <a:buFont typeface="Arial" charset="0"/>
              <a:defRPr sz="13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Aft>
                <a:spcPct val="0"/>
              </a:spcAft>
              <a:buFont typeface="Arial" charset="0"/>
              <a:defRPr sz="13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dist" eaLnBrk="1" hangingPunct="1">
              <a:buFont typeface="Arial" charset="0"/>
              <a:buNone/>
            </a:pPr>
            <a:r>
              <a:rPr lang="zh-CN" altLang="en-US" sz="2400" dirty="0" smtClean="0">
                <a:solidFill>
                  <a:srgbClr val="FFFFFF"/>
                </a:solidFill>
                <a:latin typeface="Arial Black" pitchFamily="34" charset="0"/>
                <a:ea typeface="华文新魏" pitchFamily="2" charset="-122"/>
              </a:rPr>
              <a:t>安全要素</a:t>
            </a:r>
            <a:endParaRPr lang="zh-CN" altLang="en-US" sz="2400" dirty="0">
              <a:solidFill>
                <a:srgbClr val="FFFFFF"/>
              </a:solidFill>
              <a:latin typeface="Arial Black" pitchFamily="34" charset="0"/>
              <a:ea typeface="华文新魏" pitchFamily="2" charset="-122"/>
            </a:endParaRPr>
          </a:p>
        </p:txBody>
      </p:sp>
      <p:sp>
        <p:nvSpPr>
          <p:cNvPr id="3076" name="文本框 20"/>
          <p:cNvSpPr txBox="1">
            <a:spLocks noChangeArrowheads="1"/>
          </p:cNvSpPr>
          <p:nvPr/>
        </p:nvSpPr>
        <p:spPr bwMode="auto">
          <a:xfrm>
            <a:off x="277813" y="828675"/>
            <a:ext cx="1347787" cy="156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1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 sz="15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fontAlgn="base">
              <a:spcAft>
                <a:spcPct val="0"/>
              </a:spcAft>
              <a:buFont typeface="Arial" charset="0"/>
              <a:defRPr sz="13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fontAlgn="base">
              <a:spcAft>
                <a:spcPct val="0"/>
              </a:spcAft>
              <a:buFont typeface="Arial" charset="0"/>
              <a:defRPr sz="13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fontAlgn="base">
              <a:spcAft>
                <a:spcPct val="0"/>
              </a:spcAft>
              <a:buFont typeface="Arial" charset="0"/>
              <a:defRPr sz="13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fontAlgn="base">
              <a:spcAft>
                <a:spcPct val="0"/>
              </a:spcAft>
              <a:buFont typeface="Arial" charset="0"/>
              <a:defRPr sz="1300"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ctr" eaLnBrk="1" hangingPunct="1">
              <a:buFont typeface="Arial" charset="0"/>
              <a:buNone/>
            </a:pPr>
            <a:r>
              <a:rPr lang="zh-CN" altLang="en-US" sz="4800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</a:p>
        </p:txBody>
      </p:sp>
      <p:cxnSp>
        <p:nvCxnSpPr>
          <p:cNvPr id="3077" name="直接连接符 22"/>
          <p:cNvCxnSpPr>
            <a:cxnSpLocks noChangeShapeType="1"/>
          </p:cNvCxnSpPr>
          <p:nvPr/>
        </p:nvCxnSpPr>
        <p:spPr bwMode="auto">
          <a:xfrm>
            <a:off x="571500" y="1628775"/>
            <a:ext cx="2430463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78" name="直接连接符 24"/>
          <p:cNvCxnSpPr>
            <a:cxnSpLocks noChangeShapeType="1"/>
          </p:cNvCxnSpPr>
          <p:nvPr/>
        </p:nvCxnSpPr>
        <p:spPr bwMode="auto">
          <a:xfrm>
            <a:off x="1320800" y="534988"/>
            <a:ext cx="0" cy="2124075"/>
          </a:xfrm>
          <a:prstGeom prst="line">
            <a:avLst/>
          </a:prstGeom>
          <a:noFill/>
          <a:ln w="9525">
            <a:solidFill>
              <a:srgbClr val="FFFFFF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079" name="椭圆 25"/>
          <p:cNvSpPr>
            <a:spLocks noChangeArrowheads="1"/>
          </p:cNvSpPr>
          <p:nvPr/>
        </p:nvSpPr>
        <p:spPr bwMode="auto">
          <a:xfrm>
            <a:off x="3932238" y="1579563"/>
            <a:ext cx="736600" cy="735012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080" name="椭圆 28"/>
          <p:cNvSpPr>
            <a:spLocks noChangeArrowheads="1"/>
          </p:cNvSpPr>
          <p:nvPr/>
        </p:nvSpPr>
        <p:spPr bwMode="auto">
          <a:xfrm>
            <a:off x="3449638" y="2436813"/>
            <a:ext cx="736600" cy="73660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081" name="椭圆 29"/>
          <p:cNvSpPr>
            <a:spLocks noChangeArrowheads="1"/>
          </p:cNvSpPr>
          <p:nvPr/>
        </p:nvSpPr>
        <p:spPr bwMode="auto">
          <a:xfrm>
            <a:off x="2986088" y="3314700"/>
            <a:ext cx="735012" cy="736600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082" name="椭圆 30"/>
          <p:cNvSpPr>
            <a:spLocks noChangeArrowheads="1"/>
          </p:cNvSpPr>
          <p:nvPr/>
        </p:nvSpPr>
        <p:spPr bwMode="auto">
          <a:xfrm>
            <a:off x="2513013" y="4183063"/>
            <a:ext cx="735012" cy="735012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083" name="椭圆 31"/>
          <p:cNvSpPr>
            <a:spLocks noChangeArrowheads="1"/>
          </p:cNvSpPr>
          <p:nvPr/>
        </p:nvSpPr>
        <p:spPr bwMode="auto">
          <a:xfrm>
            <a:off x="3986213" y="1631950"/>
            <a:ext cx="628650" cy="630238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 eaLnBrk="1" hangingPunct="1">
              <a:buFont typeface="Arial" charset="0"/>
              <a:buNone/>
            </a:pPr>
            <a:r>
              <a:rPr lang="en-US" altLang="zh-CN" sz="2000">
                <a:solidFill>
                  <a:srgbClr val="FFFFFF"/>
                </a:solidFill>
                <a:latin typeface="Arial Black" pitchFamily="34" charset="0"/>
              </a:rPr>
              <a:t>01</a:t>
            </a:r>
          </a:p>
        </p:txBody>
      </p:sp>
      <p:sp>
        <p:nvSpPr>
          <p:cNvPr id="3084" name="椭圆 32"/>
          <p:cNvSpPr>
            <a:spLocks noChangeArrowheads="1"/>
          </p:cNvSpPr>
          <p:nvPr/>
        </p:nvSpPr>
        <p:spPr bwMode="auto">
          <a:xfrm>
            <a:off x="3502025" y="2490788"/>
            <a:ext cx="630238" cy="628650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 eaLnBrk="1" hangingPunct="1">
              <a:buFont typeface="Arial" charset="0"/>
              <a:buNone/>
            </a:pPr>
            <a:r>
              <a:rPr lang="en-US" altLang="zh-CN" sz="2000">
                <a:solidFill>
                  <a:srgbClr val="FFFFFF"/>
                </a:solidFill>
                <a:latin typeface="Arial Black" pitchFamily="34" charset="0"/>
              </a:rPr>
              <a:t>02</a:t>
            </a:r>
          </a:p>
        </p:txBody>
      </p:sp>
      <p:sp>
        <p:nvSpPr>
          <p:cNvPr id="3085" name="椭圆 33"/>
          <p:cNvSpPr>
            <a:spLocks noChangeArrowheads="1"/>
          </p:cNvSpPr>
          <p:nvPr/>
        </p:nvSpPr>
        <p:spPr bwMode="auto">
          <a:xfrm>
            <a:off x="3038475" y="3367088"/>
            <a:ext cx="630238" cy="630237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 eaLnBrk="1" hangingPunct="1">
              <a:buFont typeface="Arial" charset="0"/>
              <a:buNone/>
            </a:pPr>
            <a:r>
              <a:rPr lang="en-US" altLang="zh-CN" sz="2000">
                <a:solidFill>
                  <a:srgbClr val="FFFFFF"/>
                </a:solidFill>
                <a:latin typeface="Arial Black" pitchFamily="34" charset="0"/>
              </a:rPr>
              <a:t>03</a:t>
            </a:r>
          </a:p>
        </p:txBody>
      </p:sp>
      <p:sp>
        <p:nvSpPr>
          <p:cNvPr id="3086" name="椭圆 34"/>
          <p:cNvSpPr>
            <a:spLocks noChangeArrowheads="1"/>
          </p:cNvSpPr>
          <p:nvPr/>
        </p:nvSpPr>
        <p:spPr bwMode="auto">
          <a:xfrm>
            <a:off x="2565400" y="4227513"/>
            <a:ext cx="630238" cy="630237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 eaLnBrk="1" hangingPunct="1">
              <a:buFont typeface="Arial" charset="0"/>
              <a:buNone/>
            </a:pPr>
            <a:r>
              <a:rPr lang="en-US" altLang="zh-CN" sz="2000" dirty="0">
                <a:solidFill>
                  <a:srgbClr val="FFFFFF"/>
                </a:solidFill>
                <a:latin typeface="Arial Black" pitchFamily="34" charset="0"/>
              </a:rPr>
              <a:t>04</a:t>
            </a:r>
          </a:p>
        </p:txBody>
      </p:sp>
      <p:sp>
        <p:nvSpPr>
          <p:cNvPr id="2" name="文本框 35"/>
          <p:cNvSpPr txBox="1">
            <a:spLocks noChangeArrowheads="1"/>
          </p:cNvSpPr>
          <p:nvPr/>
        </p:nvSpPr>
        <p:spPr bwMode="auto">
          <a:xfrm>
            <a:off x="4668838" y="1762125"/>
            <a:ext cx="35755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eaLnBrk="0" hangingPunct="0">
              <a:buNone/>
              <a:defRPr/>
            </a:pPr>
            <a:r>
              <a:rPr lang="zh-CN" altLang="en-US" sz="2400" b="1" dirty="0" smtClean="0">
                <a:latin typeface="+mj-ea"/>
              </a:rPr>
              <a:t>研发流程体系安全控制</a:t>
            </a:r>
            <a:endParaRPr lang="en-US" altLang="zh-CN" sz="2400" b="1" dirty="0">
              <a:latin typeface="+mj-ea"/>
            </a:endParaRPr>
          </a:p>
        </p:txBody>
      </p:sp>
      <p:sp>
        <p:nvSpPr>
          <p:cNvPr id="3" name="文本框 36"/>
          <p:cNvSpPr txBox="1">
            <a:spLocks noChangeArrowheads="1"/>
          </p:cNvSpPr>
          <p:nvPr/>
        </p:nvSpPr>
        <p:spPr bwMode="auto">
          <a:xfrm>
            <a:off x="4217988" y="2601913"/>
            <a:ext cx="307498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eaLnBrk="0" hangingPunct="0">
              <a:buNone/>
              <a:defRPr/>
            </a:pPr>
            <a:r>
              <a:rPr lang="zh-CN" altLang="en-US" sz="2400" b="1" dirty="0" smtClean="0">
                <a:solidFill>
                  <a:srgbClr val="000000"/>
                </a:solidFill>
                <a:latin typeface="+mn-ea"/>
              </a:rPr>
              <a:t>研发平台安全控制</a:t>
            </a:r>
            <a:endParaRPr lang="en-US" altLang="zh-CN" sz="24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" name="文本框 37"/>
          <p:cNvSpPr txBox="1">
            <a:spLocks noChangeArrowheads="1"/>
          </p:cNvSpPr>
          <p:nvPr/>
        </p:nvSpPr>
        <p:spPr bwMode="auto">
          <a:xfrm>
            <a:off x="3714749" y="3541713"/>
            <a:ext cx="391759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eaLnBrk="0" hangingPunct="0">
              <a:buNone/>
              <a:defRPr/>
            </a:pPr>
            <a:r>
              <a:rPr lang="zh-CN" altLang="en-US" sz="2400" b="1" dirty="0" smtClean="0">
                <a:solidFill>
                  <a:srgbClr val="000000"/>
                </a:solidFill>
                <a:latin typeface="+mj-ea"/>
              </a:rPr>
              <a:t>研发实现全控控制（</a:t>
            </a:r>
            <a:r>
              <a:rPr lang="zh-CN" altLang="en-US" sz="2400" b="1" dirty="0" smtClean="0">
                <a:solidFill>
                  <a:srgbClr val="FF0000"/>
                </a:solidFill>
                <a:latin typeface="+mj-ea"/>
              </a:rPr>
              <a:t>代码</a:t>
            </a:r>
            <a:r>
              <a:rPr lang="zh-CN" altLang="en-US" sz="2400" b="1" dirty="0" smtClean="0">
                <a:solidFill>
                  <a:srgbClr val="000000"/>
                </a:solidFill>
                <a:latin typeface="+mj-ea"/>
              </a:rPr>
              <a:t>）</a:t>
            </a:r>
            <a:endParaRPr lang="en-US" altLang="zh-CN" sz="2400" b="1" dirty="0">
              <a:solidFill>
                <a:srgbClr val="000000"/>
              </a:solidFill>
              <a:latin typeface="+mj-ea"/>
            </a:endParaRPr>
          </a:p>
        </p:txBody>
      </p:sp>
      <p:sp>
        <p:nvSpPr>
          <p:cNvPr id="3087" name="文本框 38"/>
          <p:cNvSpPr txBox="1">
            <a:spLocks noChangeArrowheads="1"/>
          </p:cNvSpPr>
          <p:nvPr/>
        </p:nvSpPr>
        <p:spPr bwMode="auto">
          <a:xfrm>
            <a:off x="3233738" y="4383088"/>
            <a:ext cx="3073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eaLnBrk="0" hangingPunct="0">
              <a:buNone/>
              <a:defRPr/>
            </a:pPr>
            <a:r>
              <a:rPr lang="zh-CN" altLang="en-US" sz="2400" b="1" dirty="0" smtClean="0">
                <a:solidFill>
                  <a:srgbClr val="000000"/>
                </a:solidFill>
                <a:latin typeface="+mj-ea"/>
              </a:rPr>
              <a:t>研发维护安全实现</a:t>
            </a:r>
            <a:endParaRPr lang="en-US" altLang="zh-CN" sz="2400" b="1" dirty="0">
              <a:solidFill>
                <a:srgbClr val="000000"/>
              </a:solidFill>
              <a:latin typeface="+mj-ea"/>
            </a:endParaRPr>
          </a:p>
        </p:txBody>
      </p:sp>
      <p:sp>
        <p:nvSpPr>
          <p:cNvPr id="20" name="椭圆 30"/>
          <p:cNvSpPr>
            <a:spLocks noChangeArrowheads="1"/>
          </p:cNvSpPr>
          <p:nvPr/>
        </p:nvSpPr>
        <p:spPr bwMode="auto">
          <a:xfrm>
            <a:off x="1966007" y="5178264"/>
            <a:ext cx="735012" cy="735012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1" name="椭圆 34"/>
          <p:cNvSpPr>
            <a:spLocks noChangeArrowheads="1"/>
          </p:cNvSpPr>
          <p:nvPr/>
        </p:nvSpPr>
        <p:spPr bwMode="auto">
          <a:xfrm>
            <a:off x="2018394" y="5222714"/>
            <a:ext cx="630238" cy="630237"/>
          </a:xfrm>
          <a:prstGeom prst="ellipse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algn="ctr" eaLnBrk="1" hangingPunct="1">
              <a:buFont typeface="Arial" charset="0"/>
              <a:buNone/>
            </a:pPr>
            <a:r>
              <a:rPr lang="en-US" altLang="zh-CN" sz="2000" dirty="0" smtClean="0">
                <a:solidFill>
                  <a:srgbClr val="FFFFFF"/>
                </a:solidFill>
                <a:latin typeface="Arial Black" pitchFamily="34" charset="0"/>
              </a:rPr>
              <a:t>05</a:t>
            </a:r>
            <a:endParaRPr lang="en-US" altLang="zh-CN" sz="2000" dirty="0">
              <a:solidFill>
                <a:srgbClr val="FFFFFF"/>
              </a:solidFill>
              <a:latin typeface="Arial Black" pitchFamily="34" charset="0"/>
            </a:endParaRPr>
          </a:p>
        </p:txBody>
      </p:sp>
      <p:sp>
        <p:nvSpPr>
          <p:cNvPr id="22" name="文本框 38"/>
          <p:cNvSpPr txBox="1">
            <a:spLocks noChangeArrowheads="1"/>
          </p:cNvSpPr>
          <p:nvPr/>
        </p:nvSpPr>
        <p:spPr bwMode="auto">
          <a:xfrm>
            <a:off x="2686732" y="5378289"/>
            <a:ext cx="3073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eaLnBrk="0" hangingPunct="0">
              <a:buNone/>
              <a:defRPr/>
            </a:pPr>
            <a:r>
              <a:rPr lang="zh-CN" altLang="en-US" sz="2400" b="1" dirty="0" smtClean="0">
                <a:solidFill>
                  <a:srgbClr val="000000"/>
                </a:solidFill>
                <a:latin typeface="+mj-ea"/>
              </a:rPr>
              <a:t>研发信息安全管理</a:t>
            </a:r>
            <a:endParaRPr lang="en-US" altLang="zh-CN" sz="2400" b="1" dirty="0">
              <a:solidFill>
                <a:srgbClr val="000000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23078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9"/>
          <p:cNvSpPr>
            <a:spLocks/>
          </p:cNvSpPr>
          <p:nvPr/>
        </p:nvSpPr>
        <p:spPr bwMode="auto">
          <a:xfrm>
            <a:off x="4529127" y="1886732"/>
            <a:ext cx="2054876" cy="2952220"/>
          </a:xfrm>
          <a:custGeom>
            <a:avLst/>
            <a:gdLst>
              <a:gd name="T0" fmla="*/ 3345 w 5225"/>
              <a:gd name="T1" fmla="*/ 4269 h 4970"/>
              <a:gd name="T2" fmla="*/ 3677 w 5225"/>
              <a:gd name="T3" fmla="*/ 4970 h 4970"/>
              <a:gd name="T4" fmla="*/ 4755 w 5225"/>
              <a:gd name="T5" fmla="*/ 4809 h 4970"/>
              <a:gd name="T6" fmla="*/ 5225 w 5225"/>
              <a:gd name="T7" fmla="*/ 3389 h 4970"/>
              <a:gd name="T8" fmla="*/ 109 w 5225"/>
              <a:gd name="T9" fmla="*/ 0 h 4970"/>
              <a:gd name="T10" fmla="*/ 0 w 5225"/>
              <a:gd name="T11" fmla="*/ 1 h 4970"/>
              <a:gd name="T12" fmla="*/ 758 w 5225"/>
              <a:gd name="T13" fmla="*/ 547 h 4970"/>
              <a:gd name="T14" fmla="*/ 27 w 5225"/>
              <a:gd name="T15" fmla="*/ 1072 h 4970"/>
              <a:gd name="T16" fmla="*/ 109 w 5225"/>
              <a:gd name="T17" fmla="*/ 1071 h 4970"/>
              <a:gd name="T18" fmla="*/ 3607 w 5225"/>
              <a:gd name="T19" fmla="*/ 3389 h 4970"/>
              <a:gd name="T20" fmla="*/ 3345 w 5225"/>
              <a:gd name="T21" fmla="*/ 4269 h 49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225" h="4970">
                <a:moveTo>
                  <a:pt x="3345" y="4269"/>
                </a:moveTo>
                <a:lnTo>
                  <a:pt x="3677" y="4970"/>
                </a:lnTo>
                <a:lnTo>
                  <a:pt x="4755" y="4809"/>
                </a:lnTo>
                <a:cubicBezTo>
                  <a:pt x="5057" y="4377"/>
                  <a:pt x="5225" y="3896"/>
                  <a:pt x="5225" y="3389"/>
                </a:cubicBezTo>
                <a:cubicBezTo>
                  <a:pt x="5225" y="1518"/>
                  <a:pt x="2935" y="0"/>
                  <a:pt x="109" y="0"/>
                </a:cubicBezTo>
                <a:cubicBezTo>
                  <a:pt x="73" y="0"/>
                  <a:pt x="36" y="1"/>
                  <a:pt x="0" y="1"/>
                </a:cubicBezTo>
                <a:lnTo>
                  <a:pt x="758" y="547"/>
                </a:lnTo>
                <a:lnTo>
                  <a:pt x="27" y="1072"/>
                </a:lnTo>
                <a:cubicBezTo>
                  <a:pt x="54" y="1072"/>
                  <a:pt x="82" y="1071"/>
                  <a:pt x="109" y="1071"/>
                </a:cubicBezTo>
                <a:cubicBezTo>
                  <a:pt x="2042" y="1071"/>
                  <a:pt x="3607" y="2109"/>
                  <a:pt x="3607" y="3389"/>
                </a:cubicBezTo>
                <a:cubicBezTo>
                  <a:pt x="3607" y="3700"/>
                  <a:pt x="3514" y="3998"/>
                  <a:pt x="3345" y="4269"/>
                </a:cubicBezTo>
                <a:close/>
              </a:path>
            </a:pathLst>
          </a:custGeom>
          <a:solidFill>
            <a:srgbClr val="D9D9D9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defRPr/>
            </a:pPr>
            <a:endParaRPr lang="zh-CN" altLang="en-US" sz="90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9" name="Freeform 17"/>
          <p:cNvSpPr>
            <a:spLocks/>
          </p:cNvSpPr>
          <p:nvPr/>
        </p:nvSpPr>
        <p:spPr bwMode="auto">
          <a:xfrm>
            <a:off x="2559997" y="1895601"/>
            <a:ext cx="2124357" cy="3042398"/>
          </a:xfrm>
          <a:custGeom>
            <a:avLst/>
            <a:gdLst>
              <a:gd name="T0" fmla="*/ 2122 w 5400"/>
              <a:gd name="T1" fmla="*/ 4573 h 5125"/>
              <a:gd name="T2" fmla="*/ 1619 w 5400"/>
              <a:gd name="T3" fmla="*/ 3375 h 5125"/>
              <a:gd name="T4" fmla="*/ 4640 w 5400"/>
              <a:gd name="T5" fmla="*/ 1079 h 5125"/>
              <a:gd name="T6" fmla="*/ 5400 w 5400"/>
              <a:gd name="T7" fmla="*/ 533 h 5125"/>
              <a:gd name="T8" fmla="*/ 4660 w 5400"/>
              <a:gd name="T9" fmla="*/ 0 h 5125"/>
              <a:gd name="T10" fmla="*/ 0 w 5400"/>
              <a:gd name="T11" fmla="*/ 3375 h 5125"/>
              <a:gd name="T12" fmla="*/ 735 w 5400"/>
              <a:gd name="T13" fmla="*/ 5125 h 5125"/>
              <a:gd name="T14" fmla="*/ 1069 w 5400"/>
              <a:gd name="T15" fmla="*/ 4417 h 5125"/>
              <a:gd name="T16" fmla="*/ 2122 w 5400"/>
              <a:gd name="T17" fmla="*/ 4573 h 51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400" h="5125">
                <a:moveTo>
                  <a:pt x="2122" y="4573"/>
                </a:moveTo>
                <a:cubicBezTo>
                  <a:pt x="1803" y="4224"/>
                  <a:pt x="1619" y="3813"/>
                  <a:pt x="1619" y="3375"/>
                </a:cubicBezTo>
                <a:cubicBezTo>
                  <a:pt x="1619" y="2202"/>
                  <a:pt x="2934" y="1232"/>
                  <a:pt x="4640" y="1079"/>
                </a:cubicBezTo>
                <a:lnTo>
                  <a:pt x="5400" y="533"/>
                </a:lnTo>
                <a:lnTo>
                  <a:pt x="4660" y="0"/>
                </a:lnTo>
                <a:cubicBezTo>
                  <a:pt x="2048" y="152"/>
                  <a:pt x="0" y="1605"/>
                  <a:pt x="0" y="3375"/>
                </a:cubicBezTo>
                <a:cubicBezTo>
                  <a:pt x="0" y="4015"/>
                  <a:pt x="269" y="4614"/>
                  <a:pt x="735" y="5125"/>
                </a:cubicBezTo>
                <a:lnTo>
                  <a:pt x="1069" y="4417"/>
                </a:lnTo>
                <a:lnTo>
                  <a:pt x="2122" y="4573"/>
                </a:lnTo>
                <a:close/>
              </a:path>
            </a:pathLst>
          </a:custGeom>
          <a:solidFill>
            <a:srgbClr val="D9D9D9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defRPr/>
            </a:pPr>
            <a:endParaRPr lang="zh-CN" altLang="en-US" sz="90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15" name="Freeform 18"/>
          <p:cNvSpPr>
            <a:spLocks/>
          </p:cNvSpPr>
          <p:nvPr/>
        </p:nvSpPr>
        <p:spPr bwMode="auto">
          <a:xfrm>
            <a:off x="2925142" y="4561024"/>
            <a:ext cx="3413459" cy="1349714"/>
          </a:xfrm>
          <a:custGeom>
            <a:avLst/>
            <a:gdLst>
              <a:gd name="T0" fmla="*/ 7256 w 8680"/>
              <a:gd name="T1" fmla="*/ 0 h 2272"/>
              <a:gd name="T2" fmla="*/ 4190 w 8680"/>
              <a:gd name="T3" fmla="*/ 1201 h 2272"/>
              <a:gd name="T4" fmla="*/ 1420 w 8680"/>
              <a:gd name="T5" fmla="*/ 298 h 2272"/>
              <a:gd name="T6" fmla="*/ 326 w 8680"/>
              <a:gd name="T7" fmla="*/ 136 h 2272"/>
              <a:gd name="T8" fmla="*/ 0 w 8680"/>
              <a:gd name="T9" fmla="*/ 827 h 2272"/>
              <a:gd name="T10" fmla="*/ 4190 w 8680"/>
              <a:gd name="T11" fmla="*/ 2272 h 2272"/>
              <a:gd name="T12" fmla="*/ 8680 w 8680"/>
              <a:gd name="T13" fmla="*/ 509 h 2272"/>
              <a:gd name="T14" fmla="*/ 7574 w 8680"/>
              <a:gd name="T15" fmla="*/ 673 h 2272"/>
              <a:gd name="T16" fmla="*/ 7256 w 8680"/>
              <a:gd name="T17" fmla="*/ 0 h 22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680" h="2272">
                <a:moveTo>
                  <a:pt x="7256" y="0"/>
                </a:moveTo>
                <a:cubicBezTo>
                  <a:pt x="6662" y="716"/>
                  <a:pt x="5512" y="1201"/>
                  <a:pt x="4190" y="1201"/>
                </a:cubicBezTo>
                <a:cubicBezTo>
                  <a:pt x="3062" y="1201"/>
                  <a:pt x="2059" y="847"/>
                  <a:pt x="1420" y="298"/>
                </a:cubicBezTo>
                <a:lnTo>
                  <a:pt x="326" y="136"/>
                </a:lnTo>
                <a:lnTo>
                  <a:pt x="0" y="827"/>
                </a:lnTo>
                <a:cubicBezTo>
                  <a:pt x="925" y="1701"/>
                  <a:pt x="2457" y="2272"/>
                  <a:pt x="4190" y="2272"/>
                </a:cubicBezTo>
                <a:cubicBezTo>
                  <a:pt x="6126" y="2272"/>
                  <a:pt x="7811" y="1559"/>
                  <a:pt x="8680" y="509"/>
                </a:cubicBezTo>
                <a:lnTo>
                  <a:pt x="7574" y="673"/>
                </a:lnTo>
                <a:lnTo>
                  <a:pt x="7256" y="0"/>
                </a:lnTo>
                <a:close/>
              </a:path>
            </a:pathLst>
          </a:custGeom>
          <a:solidFill>
            <a:srgbClr val="D9D9D9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120000"/>
              </a:lnSpc>
              <a:defRPr/>
            </a:pPr>
            <a:endParaRPr lang="zh-CN" altLang="en-US" sz="90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16" name="KSO_GT1.3"/>
          <p:cNvSpPr/>
          <p:nvPr/>
        </p:nvSpPr>
        <p:spPr>
          <a:xfrm rot="10873167">
            <a:off x="2950064" y="2276799"/>
            <a:ext cx="3243871" cy="3243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1" tIns="0" bIns="0" anchor="ctr">
            <a:prstTxWarp prst="textArchUp">
              <a:avLst/>
            </a:prstTxWarp>
          </a:bodyPr>
          <a:lstStyle/>
          <a:p>
            <a:pPr algn="ctr">
              <a:defRPr/>
            </a:pPr>
            <a:r>
              <a:rPr lang="zh-CN" altLang="en-US" sz="2800" dirty="0" smtClean="0">
                <a:solidFill>
                  <a:srgbClr val="7D7D7D"/>
                </a:solidFill>
                <a:latin typeface="+mn-ea"/>
              </a:rPr>
              <a:t>产品</a:t>
            </a:r>
            <a:r>
              <a:rPr lang="zh-CN" altLang="en-US" sz="2800" dirty="0" smtClean="0">
                <a:solidFill>
                  <a:srgbClr val="FF0000"/>
                </a:solidFill>
                <a:latin typeface="+mn-ea"/>
              </a:rPr>
              <a:t>部署</a:t>
            </a:r>
            <a:endParaRPr lang="zh-CN" altLang="en-US" sz="28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7" name="KSO_GT1.2"/>
          <p:cNvSpPr/>
          <p:nvPr/>
        </p:nvSpPr>
        <p:spPr>
          <a:xfrm rot="3673167">
            <a:off x="2950064" y="2276801"/>
            <a:ext cx="3243871" cy="3243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1" tIns="0" bIns="0" anchor="ctr">
            <a:prstTxWarp prst="textArchUp">
              <a:avLst/>
            </a:prstTxWarp>
          </a:bodyPr>
          <a:lstStyle/>
          <a:p>
            <a:pPr algn="ctr">
              <a:defRPr/>
            </a:pPr>
            <a:r>
              <a:rPr lang="zh-CN" altLang="en-US" sz="2800" dirty="0" smtClean="0">
                <a:solidFill>
                  <a:srgbClr val="7D7D7D"/>
                </a:solidFill>
                <a:latin typeface="+mn-ea"/>
              </a:rPr>
              <a:t>产品</a:t>
            </a:r>
            <a:r>
              <a:rPr lang="zh-CN" altLang="en-US" sz="2800" dirty="0" smtClean="0">
                <a:solidFill>
                  <a:srgbClr val="FF0000"/>
                </a:solidFill>
                <a:latin typeface="+mn-ea"/>
              </a:rPr>
              <a:t>开发</a:t>
            </a:r>
            <a:endParaRPr lang="zh-CN" altLang="en-US" sz="28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9" name="KSO_GT1.1"/>
          <p:cNvSpPr/>
          <p:nvPr/>
        </p:nvSpPr>
        <p:spPr>
          <a:xfrm rot="18073167">
            <a:off x="2950066" y="2276799"/>
            <a:ext cx="3243871" cy="324387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FirstLastPara="1" tIns="0" bIns="0" anchor="ctr">
            <a:prstTxWarp prst="textArchUp">
              <a:avLst/>
            </a:prstTxWarp>
          </a:bodyPr>
          <a:lstStyle/>
          <a:p>
            <a:pPr algn="ctr">
              <a:defRPr/>
            </a:pPr>
            <a:r>
              <a:rPr lang="zh-CN" altLang="en-US" sz="2800" dirty="0" smtClean="0">
                <a:solidFill>
                  <a:srgbClr val="7D7D7D"/>
                </a:solidFill>
                <a:latin typeface="+mn-ea"/>
              </a:rPr>
              <a:t>产品</a:t>
            </a:r>
            <a:r>
              <a:rPr lang="zh-CN" altLang="en-US" sz="2800" dirty="0" smtClean="0">
                <a:solidFill>
                  <a:srgbClr val="FF0000"/>
                </a:solidFill>
                <a:latin typeface="+mn-ea"/>
              </a:rPr>
              <a:t>设计</a:t>
            </a:r>
            <a:endParaRPr lang="zh-CN" altLang="en-US" sz="28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0" name="KSO_GT1"/>
          <p:cNvSpPr/>
          <p:nvPr/>
        </p:nvSpPr>
        <p:spPr>
          <a:xfrm>
            <a:off x="3355337" y="2682072"/>
            <a:ext cx="2433327" cy="2433327"/>
          </a:xfrm>
          <a:prstGeom prst="ellipse">
            <a:avLst/>
          </a:prstGeom>
          <a:solidFill>
            <a:schemeClr val="accent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>
              <a:lnSpc>
                <a:spcPct val="120000"/>
              </a:lnSpc>
              <a:spcBef>
                <a:spcPts val="450"/>
              </a:spcBef>
              <a:spcAft>
                <a:spcPts val="450"/>
              </a:spcAft>
              <a:defRPr/>
            </a:pPr>
            <a:r>
              <a:rPr lang="zh-CN" altLang="en-US" sz="2800" dirty="0" smtClean="0">
                <a:solidFill>
                  <a:srgbClr val="FFFFFF"/>
                </a:solidFill>
                <a:latin typeface="+mn-ea"/>
              </a:rPr>
              <a:t>产品周期</a:t>
            </a:r>
            <a:endParaRPr lang="zh-CN" altLang="en-US" sz="28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9612" y="0"/>
            <a:ext cx="8353425" cy="720725"/>
          </a:xfrm>
        </p:spPr>
        <p:txBody>
          <a:bodyPr/>
          <a:lstStyle/>
          <a:p>
            <a:r>
              <a:rPr lang="zh-CN" altLang="en-US" dirty="0"/>
              <a:t>产品研发安全管理的主要环节</a:t>
            </a:r>
          </a:p>
        </p:txBody>
      </p:sp>
    </p:spTree>
    <p:extLst>
      <p:ext uri="{BB962C8B-B14F-4D97-AF65-F5344CB8AC3E}">
        <p14:creationId xmlns:p14="http://schemas.microsoft.com/office/powerpoint/2010/main" val="670992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796136" y="2026045"/>
            <a:ext cx="2844316" cy="137914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prstDash val="sysDot"/>
          </a:ln>
          <a:effectLst>
            <a:glow rad="1016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 smtClean="0"/>
          </a:p>
        </p:txBody>
      </p:sp>
      <p:sp>
        <p:nvSpPr>
          <p:cNvPr id="20" name="任意多边形 19"/>
          <p:cNvSpPr/>
          <p:nvPr/>
        </p:nvSpPr>
        <p:spPr>
          <a:xfrm>
            <a:off x="3889375" y="2300288"/>
            <a:ext cx="1366838" cy="1366837"/>
          </a:xfrm>
          <a:custGeom>
            <a:avLst/>
            <a:gdLst>
              <a:gd name="connsiteX0" fmla="*/ 603939 w 1217261"/>
              <a:gd name="connsiteY0" fmla="*/ 0 h 1216852"/>
              <a:gd name="connsiteX1" fmla="*/ 1108772 w 1217261"/>
              <a:gd name="connsiteY1" fmla="*/ 101921 h 1216852"/>
              <a:gd name="connsiteX2" fmla="*/ 1217261 w 1217261"/>
              <a:gd name="connsiteY2" fmla="*/ 154183 h 1216852"/>
              <a:gd name="connsiteX3" fmla="*/ 650141 w 1217261"/>
              <a:gd name="connsiteY3" fmla="*/ 1216852 h 1216852"/>
              <a:gd name="connsiteX4" fmla="*/ 644949 w 1217261"/>
              <a:gd name="connsiteY4" fmla="*/ 1213352 h 1216852"/>
              <a:gd name="connsiteX5" fmla="*/ 608630 w 1217261"/>
              <a:gd name="connsiteY5" fmla="*/ 1206019 h 1216852"/>
              <a:gd name="connsiteX6" fmla="*/ 572312 w 1217261"/>
              <a:gd name="connsiteY6" fmla="*/ 1213352 h 1216852"/>
              <a:gd name="connsiteX7" fmla="*/ 568895 w 1217261"/>
              <a:gd name="connsiteY7" fmla="*/ 1215655 h 1216852"/>
              <a:gd name="connsiteX8" fmla="*/ 0 w 1217261"/>
              <a:gd name="connsiteY8" fmla="*/ 149663 h 1216852"/>
              <a:gd name="connsiteX9" fmla="*/ 99106 w 1217261"/>
              <a:gd name="connsiteY9" fmla="*/ 101921 h 1216852"/>
              <a:gd name="connsiteX10" fmla="*/ 603939 w 1217261"/>
              <a:gd name="connsiteY10" fmla="*/ 0 h 1216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7261" h="1216852">
                <a:moveTo>
                  <a:pt x="603939" y="0"/>
                </a:moveTo>
                <a:cubicBezTo>
                  <a:pt x="783011" y="0"/>
                  <a:pt x="953607" y="36292"/>
                  <a:pt x="1108772" y="101921"/>
                </a:cubicBezTo>
                <a:lnTo>
                  <a:pt x="1217261" y="154183"/>
                </a:lnTo>
                <a:lnTo>
                  <a:pt x="650141" y="1216852"/>
                </a:lnTo>
                <a:lnTo>
                  <a:pt x="644949" y="1213352"/>
                </a:lnTo>
                <a:cubicBezTo>
                  <a:pt x="633786" y="1208630"/>
                  <a:pt x="621513" y="1206019"/>
                  <a:pt x="608630" y="1206019"/>
                </a:cubicBezTo>
                <a:cubicBezTo>
                  <a:pt x="595748" y="1206019"/>
                  <a:pt x="583475" y="1208630"/>
                  <a:pt x="572312" y="1213352"/>
                </a:cubicBezTo>
                <a:lnTo>
                  <a:pt x="568895" y="1215655"/>
                </a:lnTo>
                <a:lnTo>
                  <a:pt x="0" y="149663"/>
                </a:lnTo>
                <a:lnTo>
                  <a:pt x="99106" y="101921"/>
                </a:lnTo>
                <a:cubicBezTo>
                  <a:pt x="254272" y="36292"/>
                  <a:pt x="424867" y="0"/>
                  <a:pt x="603939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468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 smtClean="0">
                <a:solidFill>
                  <a:srgbClr val="FFFFFF"/>
                </a:solidFill>
                <a:latin typeface="微软雅黑" panose="020B0503020204020204" pitchFamily="34" charset="-122"/>
              </a:rPr>
              <a:t>方案</a:t>
            </a: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1" name="任意多边形 20"/>
          <p:cNvSpPr/>
          <p:nvPr/>
        </p:nvSpPr>
        <p:spPr>
          <a:xfrm rot="3600000">
            <a:off x="4617244" y="2721769"/>
            <a:ext cx="1366838" cy="1365250"/>
          </a:xfrm>
          <a:custGeom>
            <a:avLst/>
            <a:gdLst>
              <a:gd name="connsiteX0" fmla="*/ 603939 w 1217261"/>
              <a:gd name="connsiteY0" fmla="*/ 0 h 1216852"/>
              <a:gd name="connsiteX1" fmla="*/ 1108772 w 1217261"/>
              <a:gd name="connsiteY1" fmla="*/ 101921 h 1216852"/>
              <a:gd name="connsiteX2" fmla="*/ 1217261 w 1217261"/>
              <a:gd name="connsiteY2" fmla="*/ 154183 h 1216852"/>
              <a:gd name="connsiteX3" fmla="*/ 650141 w 1217261"/>
              <a:gd name="connsiteY3" fmla="*/ 1216852 h 1216852"/>
              <a:gd name="connsiteX4" fmla="*/ 644949 w 1217261"/>
              <a:gd name="connsiteY4" fmla="*/ 1213352 h 1216852"/>
              <a:gd name="connsiteX5" fmla="*/ 608630 w 1217261"/>
              <a:gd name="connsiteY5" fmla="*/ 1206019 h 1216852"/>
              <a:gd name="connsiteX6" fmla="*/ 572312 w 1217261"/>
              <a:gd name="connsiteY6" fmla="*/ 1213352 h 1216852"/>
              <a:gd name="connsiteX7" fmla="*/ 568895 w 1217261"/>
              <a:gd name="connsiteY7" fmla="*/ 1215655 h 1216852"/>
              <a:gd name="connsiteX8" fmla="*/ 0 w 1217261"/>
              <a:gd name="connsiteY8" fmla="*/ 149663 h 1216852"/>
              <a:gd name="connsiteX9" fmla="*/ 99106 w 1217261"/>
              <a:gd name="connsiteY9" fmla="*/ 101921 h 1216852"/>
              <a:gd name="connsiteX10" fmla="*/ 603939 w 1217261"/>
              <a:gd name="connsiteY10" fmla="*/ 0 h 1216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7261" h="1216852">
                <a:moveTo>
                  <a:pt x="603939" y="0"/>
                </a:moveTo>
                <a:cubicBezTo>
                  <a:pt x="783011" y="0"/>
                  <a:pt x="953607" y="36292"/>
                  <a:pt x="1108772" y="101921"/>
                </a:cubicBezTo>
                <a:lnTo>
                  <a:pt x="1217261" y="154183"/>
                </a:lnTo>
                <a:lnTo>
                  <a:pt x="650141" y="1216852"/>
                </a:lnTo>
                <a:lnTo>
                  <a:pt x="644949" y="1213352"/>
                </a:lnTo>
                <a:cubicBezTo>
                  <a:pt x="633786" y="1208630"/>
                  <a:pt x="621513" y="1206019"/>
                  <a:pt x="608630" y="1206019"/>
                </a:cubicBezTo>
                <a:cubicBezTo>
                  <a:pt x="595748" y="1206019"/>
                  <a:pt x="583475" y="1208630"/>
                  <a:pt x="572312" y="1213352"/>
                </a:cubicBezTo>
                <a:lnTo>
                  <a:pt x="568895" y="1215655"/>
                </a:lnTo>
                <a:lnTo>
                  <a:pt x="0" y="149663"/>
                </a:lnTo>
                <a:lnTo>
                  <a:pt x="99106" y="101921"/>
                </a:lnTo>
                <a:cubicBezTo>
                  <a:pt x="254272" y="36292"/>
                  <a:pt x="424867" y="0"/>
                  <a:pt x="60393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468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 smtClean="0">
                <a:solidFill>
                  <a:srgbClr val="FFFFFF"/>
                </a:solidFill>
                <a:latin typeface="微软雅黑" panose="020B0503020204020204" pitchFamily="34" charset="-122"/>
              </a:rPr>
              <a:t>代码</a:t>
            </a: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任意多边形 24"/>
          <p:cNvSpPr/>
          <p:nvPr/>
        </p:nvSpPr>
        <p:spPr>
          <a:xfrm rot="18000000">
            <a:off x="3160713" y="2720975"/>
            <a:ext cx="1366838" cy="1366837"/>
          </a:xfrm>
          <a:custGeom>
            <a:avLst/>
            <a:gdLst>
              <a:gd name="connsiteX0" fmla="*/ 603939 w 1217261"/>
              <a:gd name="connsiteY0" fmla="*/ 0 h 1216852"/>
              <a:gd name="connsiteX1" fmla="*/ 1108772 w 1217261"/>
              <a:gd name="connsiteY1" fmla="*/ 101921 h 1216852"/>
              <a:gd name="connsiteX2" fmla="*/ 1217261 w 1217261"/>
              <a:gd name="connsiteY2" fmla="*/ 154183 h 1216852"/>
              <a:gd name="connsiteX3" fmla="*/ 650141 w 1217261"/>
              <a:gd name="connsiteY3" fmla="*/ 1216852 h 1216852"/>
              <a:gd name="connsiteX4" fmla="*/ 644949 w 1217261"/>
              <a:gd name="connsiteY4" fmla="*/ 1213352 h 1216852"/>
              <a:gd name="connsiteX5" fmla="*/ 608630 w 1217261"/>
              <a:gd name="connsiteY5" fmla="*/ 1206019 h 1216852"/>
              <a:gd name="connsiteX6" fmla="*/ 572312 w 1217261"/>
              <a:gd name="connsiteY6" fmla="*/ 1213352 h 1216852"/>
              <a:gd name="connsiteX7" fmla="*/ 568895 w 1217261"/>
              <a:gd name="connsiteY7" fmla="*/ 1215655 h 1216852"/>
              <a:gd name="connsiteX8" fmla="*/ 0 w 1217261"/>
              <a:gd name="connsiteY8" fmla="*/ 149663 h 1216852"/>
              <a:gd name="connsiteX9" fmla="*/ 99106 w 1217261"/>
              <a:gd name="connsiteY9" fmla="*/ 101921 h 1216852"/>
              <a:gd name="connsiteX10" fmla="*/ 603939 w 1217261"/>
              <a:gd name="connsiteY10" fmla="*/ 0 h 1216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7261" h="1216852">
                <a:moveTo>
                  <a:pt x="603939" y="0"/>
                </a:moveTo>
                <a:cubicBezTo>
                  <a:pt x="783011" y="0"/>
                  <a:pt x="953607" y="36292"/>
                  <a:pt x="1108772" y="101921"/>
                </a:cubicBezTo>
                <a:lnTo>
                  <a:pt x="1217261" y="154183"/>
                </a:lnTo>
                <a:lnTo>
                  <a:pt x="650141" y="1216852"/>
                </a:lnTo>
                <a:lnTo>
                  <a:pt x="644949" y="1213352"/>
                </a:lnTo>
                <a:cubicBezTo>
                  <a:pt x="633786" y="1208630"/>
                  <a:pt x="621513" y="1206019"/>
                  <a:pt x="608630" y="1206019"/>
                </a:cubicBezTo>
                <a:cubicBezTo>
                  <a:pt x="595748" y="1206019"/>
                  <a:pt x="583475" y="1208630"/>
                  <a:pt x="572312" y="1213352"/>
                </a:cubicBezTo>
                <a:lnTo>
                  <a:pt x="568895" y="1215655"/>
                </a:lnTo>
                <a:lnTo>
                  <a:pt x="0" y="149663"/>
                </a:lnTo>
                <a:lnTo>
                  <a:pt x="99106" y="101921"/>
                </a:lnTo>
                <a:cubicBezTo>
                  <a:pt x="254272" y="36292"/>
                  <a:pt x="424867" y="0"/>
                  <a:pt x="603939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468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rgbClr val="FFFFFF"/>
                </a:solidFill>
                <a:latin typeface="微软雅黑" panose="020B0503020204020204" pitchFamily="34" charset="-122"/>
              </a:rPr>
              <a:t>网络</a:t>
            </a:r>
          </a:p>
        </p:txBody>
      </p:sp>
      <p:sp>
        <p:nvSpPr>
          <p:cNvPr id="32" name="任意多边形 31"/>
          <p:cNvSpPr/>
          <p:nvPr/>
        </p:nvSpPr>
        <p:spPr>
          <a:xfrm rot="18255227">
            <a:off x="4641056" y="3531394"/>
            <a:ext cx="1363663" cy="1368425"/>
          </a:xfrm>
          <a:custGeom>
            <a:avLst/>
            <a:gdLst>
              <a:gd name="connsiteX0" fmla="*/ 501371 w 1072099"/>
              <a:gd name="connsiteY0" fmla="*/ 0 h 1075891"/>
              <a:gd name="connsiteX1" fmla="*/ 1072099 w 1072099"/>
              <a:gd name="connsiteY1" fmla="*/ 901353 h 1075891"/>
              <a:gd name="connsiteX2" fmla="*/ 987962 w 1072099"/>
              <a:gd name="connsiteY2" fmla="*/ 949880 h 1075891"/>
              <a:gd name="connsiteX3" fmla="*/ 550130 w 1072099"/>
              <a:gd name="connsiteY3" fmla="*/ 1072684 h 1075891"/>
              <a:gd name="connsiteX4" fmla="*/ 98948 w 1072099"/>
              <a:gd name="connsiteY4" fmla="*/ 1016005 h 1075891"/>
              <a:gd name="connsiteX5" fmla="*/ 0 w 1072099"/>
              <a:gd name="connsiteY5" fmla="*/ 977093 h 1075891"/>
              <a:gd name="connsiteX6" fmla="*/ 429756 w 1072099"/>
              <a:gd name="connsiteY6" fmla="*/ 4267 h 1075891"/>
              <a:gd name="connsiteX7" fmla="*/ 434556 w 1072099"/>
              <a:gd name="connsiteY7" fmla="*/ 7008 h 1075891"/>
              <a:gd name="connsiteX8" fmla="*/ 467016 w 1072099"/>
              <a:gd name="connsiteY8" fmla="*/ 11086 h 1075891"/>
              <a:gd name="connsiteX9" fmla="*/ 498514 w 1072099"/>
              <a:gd name="connsiteY9" fmla="*/ 2251 h 1075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72099" h="1075891">
                <a:moveTo>
                  <a:pt x="501371" y="0"/>
                </a:moveTo>
                <a:lnTo>
                  <a:pt x="1072099" y="901353"/>
                </a:lnTo>
                <a:lnTo>
                  <a:pt x="987962" y="949880"/>
                </a:lnTo>
                <a:cubicBezTo>
                  <a:pt x="855636" y="1017829"/>
                  <a:pt x="707803" y="1060957"/>
                  <a:pt x="550130" y="1072684"/>
                </a:cubicBezTo>
                <a:cubicBezTo>
                  <a:pt x="392456" y="1084412"/>
                  <a:pt x="239869" y="1063629"/>
                  <a:pt x="98948" y="1016005"/>
                </a:cubicBezTo>
                <a:lnTo>
                  <a:pt x="0" y="977093"/>
                </a:lnTo>
                <a:lnTo>
                  <a:pt x="429756" y="4267"/>
                </a:lnTo>
                <a:lnTo>
                  <a:pt x="434556" y="7008"/>
                </a:lnTo>
                <a:cubicBezTo>
                  <a:pt x="444695" y="10435"/>
                  <a:pt x="455672" y="11930"/>
                  <a:pt x="467016" y="11086"/>
                </a:cubicBezTo>
                <a:cubicBezTo>
                  <a:pt x="478358" y="10243"/>
                  <a:pt x="488994" y="7140"/>
                  <a:pt x="498514" y="225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rgbClr val="FFFFFF"/>
                </a:solidFill>
                <a:latin typeface="微软雅黑" panose="020B0503020204020204" pitchFamily="34" charset="-122"/>
              </a:rPr>
              <a:t>平台</a:t>
            </a:r>
          </a:p>
        </p:txBody>
      </p:sp>
      <p:sp>
        <p:nvSpPr>
          <p:cNvPr id="36" name="任意多边形 35"/>
          <p:cNvSpPr/>
          <p:nvPr/>
        </p:nvSpPr>
        <p:spPr>
          <a:xfrm>
            <a:off x="3889375" y="3983038"/>
            <a:ext cx="1366838" cy="1366837"/>
          </a:xfrm>
          <a:custGeom>
            <a:avLst/>
            <a:gdLst>
              <a:gd name="connsiteX0" fmla="*/ 500731 w 1074764"/>
              <a:gd name="connsiteY0" fmla="*/ 0 h 1074402"/>
              <a:gd name="connsiteX1" fmla="*/ 505315 w 1074764"/>
              <a:gd name="connsiteY1" fmla="*/ 3090 h 1074402"/>
              <a:gd name="connsiteX2" fmla="*/ 537383 w 1074764"/>
              <a:gd name="connsiteY2" fmla="*/ 9565 h 1074402"/>
              <a:gd name="connsiteX3" fmla="*/ 569449 w 1074764"/>
              <a:gd name="connsiteY3" fmla="*/ 3090 h 1074402"/>
              <a:gd name="connsiteX4" fmla="*/ 572466 w 1074764"/>
              <a:gd name="connsiteY4" fmla="*/ 1057 h 1074402"/>
              <a:gd name="connsiteX5" fmla="*/ 1074764 w 1074764"/>
              <a:gd name="connsiteY5" fmla="*/ 942259 h 1074402"/>
              <a:gd name="connsiteX6" fmla="*/ 987260 w 1074764"/>
              <a:gd name="connsiteY6" fmla="*/ 984412 h 1074402"/>
              <a:gd name="connsiteX7" fmla="*/ 541525 w 1074764"/>
              <a:gd name="connsiteY7" fmla="*/ 1074402 h 1074402"/>
              <a:gd name="connsiteX8" fmla="*/ 95789 w 1074764"/>
              <a:gd name="connsiteY8" fmla="*/ 984412 h 1074402"/>
              <a:gd name="connsiteX9" fmla="*/ 0 w 1074764"/>
              <a:gd name="connsiteY9" fmla="*/ 938268 h 1074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74764" h="1074402">
                <a:moveTo>
                  <a:pt x="500731" y="0"/>
                </a:moveTo>
                <a:lnTo>
                  <a:pt x="505315" y="3090"/>
                </a:lnTo>
                <a:cubicBezTo>
                  <a:pt x="515172" y="7259"/>
                  <a:pt x="526008" y="9565"/>
                  <a:pt x="537383" y="9565"/>
                </a:cubicBezTo>
                <a:cubicBezTo>
                  <a:pt x="548757" y="9565"/>
                  <a:pt x="559593" y="7259"/>
                  <a:pt x="569449" y="3090"/>
                </a:cubicBezTo>
                <a:lnTo>
                  <a:pt x="572466" y="1057"/>
                </a:lnTo>
                <a:lnTo>
                  <a:pt x="1074764" y="942259"/>
                </a:lnTo>
                <a:lnTo>
                  <a:pt x="987260" y="984412"/>
                </a:lnTo>
                <a:cubicBezTo>
                  <a:pt x="850258" y="1042358"/>
                  <a:pt x="699634" y="1074402"/>
                  <a:pt x="541525" y="1074402"/>
                </a:cubicBezTo>
                <a:cubicBezTo>
                  <a:pt x="383415" y="1074402"/>
                  <a:pt x="232790" y="1042358"/>
                  <a:pt x="95789" y="984412"/>
                </a:cubicBezTo>
                <a:lnTo>
                  <a:pt x="0" y="9382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 smtClean="0">
                <a:solidFill>
                  <a:srgbClr val="FFFFFF"/>
                </a:solidFill>
                <a:latin typeface="微软雅黑" panose="020B0503020204020204" pitchFamily="34" charset="-122"/>
              </a:rPr>
              <a:t>应用</a:t>
            </a: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0" name="任意多边形 39"/>
          <p:cNvSpPr/>
          <p:nvPr/>
        </p:nvSpPr>
        <p:spPr>
          <a:xfrm rot="3332381">
            <a:off x="3139281" y="3528220"/>
            <a:ext cx="1362075" cy="1370012"/>
          </a:xfrm>
          <a:custGeom>
            <a:avLst/>
            <a:gdLst>
              <a:gd name="connsiteX0" fmla="*/ 572182 w 1071198"/>
              <a:gd name="connsiteY0" fmla="*/ 0 h 1077846"/>
              <a:gd name="connsiteX1" fmla="*/ 576512 w 1071198"/>
              <a:gd name="connsiteY1" fmla="*/ 3437 h 1077846"/>
              <a:gd name="connsiteX2" fmla="*/ 607979 w 1071198"/>
              <a:gd name="connsiteY2" fmla="*/ 12386 h 1077846"/>
              <a:gd name="connsiteX3" fmla="*/ 640452 w 1071198"/>
              <a:gd name="connsiteY3" fmla="*/ 8425 h 1077846"/>
              <a:gd name="connsiteX4" fmla="*/ 643618 w 1071198"/>
              <a:gd name="connsiteY4" fmla="*/ 6632 h 1077846"/>
              <a:gd name="connsiteX5" fmla="*/ 1071198 w 1071198"/>
              <a:gd name="connsiteY5" fmla="*/ 984048 h 1077846"/>
              <a:gd name="connsiteX6" fmla="*/ 980680 w 1071198"/>
              <a:gd name="connsiteY6" fmla="*/ 1019268 h 1077846"/>
              <a:gd name="connsiteX7" fmla="*/ 529297 w 1071198"/>
              <a:gd name="connsiteY7" fmla="*/ 1074321 h 1077846"/>
              <a:gd name="connsiteX8" fmla="*/ 91910 w 1071198"/>
              <a:gd name="connsiteY8" fmla="*/ 949940 h 1077846"/>
              <a:gd name="connsiteX9" fmla="*/ 0 w 1071198"/>
              <a:gd name="connsiteY9" fmla="*/ 896486 h 10778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71198" h="1077846">
                <a:moveTo>
                  <a:pt x="572182" y="0"/>
                </a:moveTo>
                <a:lnTo>
                  <a:pt x="576512" y="3437"/>
                </a:lnTo>
                <a:cubicBezTo>
                  <a:pt x="586014" y="8360"/>
                  <a:pt x="596638" y="11501"/>
                  <a:pt x="607979" y="12386"/>
                </a:cubicBezTo>
                <a:cubicBezTo>
                  <a:pt x="619318" y="13270"/>
                  <a:pt x="630301" y="11815"/>
                  <a:pt x="640452" y="8425"/>
                </a:cubicBezTo>
                <a:lnTo>
                  <a:pt x="643618" y="6632"/>
                </a:lnTo>
                <a:lnTo>
                  <a:pt x="1071198" y="984048"/>
                </a:lnTo>
                <a:lnTo>
                  <a:pt x="980680" y="1019268"/>
                </a:lnTo>
                <a:cubicBezTo>
                  <a:pt x="839587" y="1066385"/>
                  <a:pt x="686927" y="1086617"/>
                  <a:pt x="529297" y="1074321"/>
                </a:cubicBezTo>
                <a:cubicBezTo>
                  <a:pt x="371667" y="1062025"/>
                  <a:pt x="223989" y="1018365"/>
                  <a:pt x="91910" y="949940"/>
                </a:cubicBezTo>
                <a:lnTo>
                  <a:pt x="0" y="89648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46800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 smtClean="0">
                <a:solidFill>
                  <a:srgbClr val="FFFFFF"/>
                </a:solidFill>
                <a:latin typeface="微软雅黑" panose="020B0503020204020204" pitchFamily="34" charset="-122"/>
              </a:rPr>
              <a:t>变更</a:t>
            </a:r>
            <a:endParaRPr lang="zh-CN" altLang="en-US" sz="2400" dirty="0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576638" y="1630363"/>
            <a:ext cx="1998662" cy="738187"/>
          </a:xfrm>
          <a:prstGeom prst="rect">
            <a:avLst/>
          </a:prstGeom>
        </p:spPr>
        <p:txBody>
          <a:bodyPr lIns="90000" tIns="46800" rIns="90000" bIns="468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 smtClean="0">
                <a:latin typeface="+mn-ea"/>
                <a:ea typeface="+mn-ea"/>
              </a:rPr>
              <a:t>产品方案与真实环境与需求的一致性</a:t>
            </a:r>
            <a:endParaRPr lang="zh-CN" altLang="en-US" sz="1600" dirty="0">
              <a:latin typeface="+mn-ea"/>
              <a:ea typeface="+mn-ea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576638" y="5249863"/>
            <a:ext cx="1998662" cy="738187"/>
          </a:xfrm>
          <a:prstGeom prst="rect">
            <a:avLst/>
          </a:prstGeom>
        </p:spPr>
        <p:txBody>
          <a:bodyPr lIns="90000" tIns="46800" rIns="90000" bIns="468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 smtClean="0">
                <a:latin typeface="+mn-ea"/>
                <a:ea typeface="+mn-ea"/>
              </a:rPr>
              <a:t>业务实现漏洞，设计隐患，日志信息</a:t>
            </a:r>
            <a:endParaRPr lang="zh-CN" altLang="en-US" sz="1600" dirty="0">
              <a:latin typeface="+mn-ea"/>
              <a:ea typeface="+mn-e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6167171" y="2026046"/>
            <a:ext cx="2246262" cy="1298575"/>
          </a:xfrm>
          <a:prstGeom prst="rect">
            <a:avLst/>
          </a:prstGeom>
        </p:spPr>
        <p:txBody>
          <a:bodyPr lIns="90000" tIns="46800" rIns="90000" bIns="468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 smtClean="0">
                <a:solidFill>
                  <a:srgbClr val="000099"/>
                </a:solidFill>
                <a:latin typeface="+mn-ea"/>
                <a:ea typeface="+mn-ea"/>
              </a:rPr>
              <a:t>代码漏洞、代码后门，代码外包审核，编码缺陷控制，代码架构设计</a:t>
            </a:r>
            <a:r>
              <a:rPr lang="en-US" altLang="zh-CN" sz="1600" dirty="0" smtClean="0">
                <a:solidFill>
                  <a:srgbClr val="000099"/>
                </a:solidFill>
                <a:latin typeface="+mn-ea"/>
                <a:ea typeface="+mn-ea"/>
              </a:rPr>
              <a:t>,,</a:t>
            </a:r>
            <a:r>
              <a:rPr lang="zh-CN" altLang="en-US" sz="1600" dirty="0" smtClean="0">
                <a:solidFill>
                  <a:srgbClr val="000099"/>
                </a:solidFill>
                <a:latin typeface="+mn-ea"/>
                <a:ea typeface="+mn-ea"/>
              </a:rPr>
              <a:t>开源软件等等。。。</a:t>
            </a:r>
            <a:endParaRPr lang="zh-CN" altLang="en-US" sz="1600" dirty="0">
              <a:solidFill>
                <a:srgbClr val="000099"/>
              </a:solidFill>
              <a:latin typeface="+mn-ea"/>
              <a:ea typeface="+mn-ea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5926138" y="4478338"/>
            <a:ext cx="1998662" cy="739775"/>
          </a:xfrm>
          <a:prstGeom prst="rect">
            <a:avLst/>
          </a:prstGeom>
        </p:spPr>
        <p:txBody>
          <a:bodyPr lIns="90000" tIns="46800" rIns="90000" bIns="468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 smtClean="0">
                <a:latin typeface="+mn-ea"/>
                <a:ea typeface="+mn-ea"/>
              </a:rPr>
              <a:t>数据库，</a:t>
            </a:r>
            <a:r>
              <a:rPr lang="en-US" altLang="zh-CN" sz="1600" dirty="0" smtClean="0">
                <a:latin typeface="+mn-ea"/>
                <a:ea typeface="+mn-ea"/>
              </a:rPr>
              <a:t>OS</a:t>
            </a:r>
            <a:r>
              <a:rPr lang="zh-CN" altLang="en-US" sz="1600" dirty="0" smtClean="0">
                <a:latin typeface="+mn-ea"/>
                <a:ea typeface="+mn-ea"/>
              </a:rPr>
              <a:t>漏洞，</a:t>
            </a:r>
            <a:r>
              <a:rPr lang="en-US" altLang="zh-CN" sz="1600" dirty="0" smtClean="0">
                <a:latin typeface="+mn-ea"/>
                <a:ea typeface="+mn-ea"/>
              </a:rPr>
              <a:t>Web, VMware, Hadoop….</a:t>
            </a:r>
            <a:r>
              <a:rPr lang="zh-CN" altLang="en-US" sz="1600" dirty="0" smtClean="0">
                <a:latin typeface="+mn-ea"/>
                <a:ea typeface="+mn-ea"/>
              </a:rPr>
              <a:t>等等</a:t>
            </a:r>
            <a:endParaRPr lang="zh-CN" altLang="en-US" sz="1600" dirty="0">
              <a:latin typeface="+mn-ea"/>
              <a:ea typeface="+mn-ea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1236663" y="2665413"/>
            <a:ext cx="1998662" cy="739775"/>
          </a:xfrm>
          <a:prstGeom prst="rect">
            <a:avLst/>
          </a:prstGeom>
        </p:spPr>
        <p:txBody>
          <a:bodyPr lIns="90000" tIns="46800" rIns="90000" bIns="468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 smtClean="0">
                <a:latin typeface="+mn-ea"/>
                <a:ea typeface="+mn-ea"/>
              </a:rPr>
              <a:t>网络防护，网络信息泄露，网络设计。。</a:t>
            </a:r>
            <a:r>
              <a:rPr lang="zh-CN" altLang="en-US" sz="1400" dirty="0" smtClean="0">
                <a:latin typeface="+mn-ea"/>
                <a:ea typeface="+mn-ea"/>
              </a:rPr>
              <a:t>。</a:t>
            </a:r>
            <a:endParaRPr lang="zh-CN" altLang="en-US" sz="1400" dirty="0">
              <a:latin typeface="+mn-ea"/>
              <a:ea typeface="+mn-ea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1236663" y="4478338"/>
            <a:ext cx="1998662" cy="739775"/>
          </a:xfrm>
          <a:prstGeom prst="rect">
            <a:avLst/>
          </a:prstGeom>
        </p:spPr>
        <p:txBody>
          <a:bodyPr lIns="90000" tIns="46800" rIns="90000" bIns="46800" anchor="ctr"/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 smtClean="0">
                <a:latin typeface="+mn-ea"/>
                <a:ea typeface="+mn-ea"/>
              </a:rPr>
              <a:t>变更审核失误，引入新的问题</a:t>
            </a:r>
            <a:endParaRPr lang="zh-CN" altLang="en-US" sz="1600" dirty="0">
              <a:latin typeface="+mn-ea"/>
              <a:ea typeface="+mn-ea"/>
            </a:endParaRPr>
          </a:p>
        </p:txBody>
      </p:sp>
      <p:sp>
        <p:nvSpPr>
          <p:cNvPr id="3086" name="标题 4"/>
          <p:cNvSpPr>
            <a:spLocks noGrp="1"/>
          </p:cNvSpPr>
          <p:nvPr>
            <p:ph type="title"/>
          </p:nvPr>
        </p:nvSpPr>
        <p:spPr>
          <a:xfrm>
            <a:off x="1079500" y="116632"/>
            <a:ext cx="8353425" cy="720725"/>
          </a:xfrm>
        </p:spPr>
        <p:txBody>
          <a:bodyPr/>
          <a:lstStyle/>
          <a:p>
            <a:r>
              <a:rPr lang="zh-CN" altLang="en-US" b="1" dirty="0" smtClean="0">
                <a:latin typeface="+mj-ea"/>
              </a:rPr>
              <a:t>产品开发生命周期安全控制要素</a:t>
            </a: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0129880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Freeform 5"/>
          <p:cNvSpPr>
            <a:spLocks/>
          </p:cNvSpPr>
          <p:nvPr/>
        </p:nvSpPr>
        <p:spPr bwMode="auto">
          <a:xfrm>
            <a:off x="3307807" y="2205723"/>
            <a:ext cx="1697753" cy="741833"/>
          </a:xfrm>
          <a:custGeom>
            <a:avLst/>
            <a:gdLst>
              <a:gd name="T0" fmla="*/ 1704 w 1705"/>
              <a:gd name="T1" fmla="*/ 0 h 745"/>
              <a:gd name="T2" fmla="*/ 744 w 1705"/>
              <a:gd name="T3" fmla="*/ 0 h 745"/>
              <a:gd name="T4" fmla="*/ 0 w 1705"/>
              <a:gd name="T5" fmla="*/ 744 h 7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05" h="745">
                <a:moveTo>
                  <a:pt x="1704" y="0"/>
                </a:moveTo>
                <a:lnTo>
                  <a:pt x="744" y="0"/>
                </a:lnTo>
                <a:lnTo>
                  <a:pt x="0" y="744"/>
                </a:lnTo>
              </a:path>
            </a:pathLst>
          </a:custGeom>
          <a:noFill/>
          <a:ln w="19050" cap="rnd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 kern="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8" name="Freeform 6"/>
          <p:cNvSpPr>
            <a:spLocks/>
          </p:cNvSpPr>
          <p:nvPr/>
        </p:nvSpPr>
        <p:spPr bwMode="auto">
          <a:xfrm>
            <a:off x="3307807" y="4533105"/>
            <a:ext cx="1697753" cy="741833"/>
          </a:xfrm>
          <a:custGeom>
            <a:avLst/>
            <a:gdLst>
              <a:gd name="T0" fmla="*/ 1704 w 1705"/>
              <a:gd name="T1" fmla="*/ 744 h 745"/>
              <a:gd name="T2" fmla="*/ 744 w 1705"/>
              <a:gd name="T3" fmla="*/ 744 h 745"/>
              <a:gd name="T4" fmla="*/ 0 w 1705"/>
              <a:gd name="T5" fmla="*/ 0 h 7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705" h="745">
                <a:moveTo>
                  <a:pt x="1704" y="744"/>
                </a:moveTo>
                <a:lnTo>
                  <a:pt x="744" y="744"/>
                </a:lnTo>
                <a:lnTo>
                  <a:pt x="0" y="0"/>
                </a:lnTo>
              </a:path>
            </a:pathLst>
          </a:custGeom>
          <a:noFill/>
          <a:ln w="19050" cap="rnd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 kern="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2" name="Rectangle 10"/>
          <p:cNvSpPr>
            <a:spLocks noChangeArrowheads="1"/>
          </p:cNvSpPr>
          <p:nvPr/>
        </p:nvSpPr>
        <p:spPr bwMode="auto">
          <a:xfrm>
            <a:off x="4638126" y="2000089"/>
            <a:ext cx="2310138" cy="3983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 cap="flat" cmpd="sng" algn="ctr">
            <a:solidFill>
              <a:srgbClr val="FF0000"/>
            </a:solidFill>
            <a:prstDash val="solid"/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softEdge">
            <a:bevelT w="38100" h="57150" prst="relaxedInset"/>
            <a:bevelB w="165100" prst="coolSlant"/>
          </a:sp3d>
          <a:extLst/>
        </p:spPr>
        <p:txBody>
          <a:bodyPr anchor="ctr"/>
          <a:lstStyle/>
          <a:p>
            <a:pPr algn="ctr"/>
            <a:r>
              <a:rPr lang="zh-CN" altLang="en-US" sz="2000" kern="0" dirty="0">
                <a:solidFill>
                  <a:srgbClr val="67616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开发语言缺陷检测</a:t>
            </a:r>
            <a:endParaRPr lang="en-US" altLang="ko-KR" sz="2000" kern="0" dirty="0">
              <a:solidFill>
                <a:srgbClr val="67616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4" name="Rectangle 12"/>
          <p:cNvSpPr>
            <a:spLocks noChangeArrowheads="1"/>
          </p:cNvSpPr>
          <p:nvPr/>
        </p:nvSpPr>
        <p:spPr bwMode="auto">
          <a:xfrm>
            <a:off x="4638126" y="2767324"/>
            <a:ext cx="2310138" cy="3983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 cap="flat" cmpd="sng" algn="ctr">
            <a:solidFill>
              <a:srgbClr val="FF0000"/>
            </a:solidFill>
            <a:prstDash val="solid"/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softEdge">
            <a:bevelT w="38100" h="57150" prst="relaxedInset"/>
            <a:bevelB w="165100" prst="coolSlant"/>
          </a:sp3d>
          <a:extLst/>
        </p:spPr>
        <p:txBody>
          <a:bodyPr anchor="ctr"/>
          <a:lstStyle/>
          <a:p>
            <a:pPr algn="ctr"/>
            <a:r>
              <a:rPr lang="zh-CN" altLang="en-US" sz="2000" kern="0" dirty="0">
                <a:solidFill>
                  <a:srgbClr val="67616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安全漏洞检测</a:t>
            </a:r>
            <a:endParaRPr lang="en-US" altLang="ko-KR" sz="2000" kern="0" dirty="0">
              <a:solidFill>
                <a:srgbClr val="67616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5" name="Rectangle 13"/>
          <p:cNvSpPr>
            <a:spLocks noChangeArrowheads="1"/>
          </p:cNvSpPr>
          <p:nvPr/>
        </p:nvSpPr>
        <p:spPr bwMode="auto">
          <a:xfrm>
            <a:off x="4638126" y="3541509"/>
            <a:ext cx="2310138" cy="3983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 cap="flat" cmpd="sng" algn="ctr">
            <a:solidFill>
              <a:srgbClr val="FF0000"/>
            </a:solidFill>
            <a:prstDash val="solid"/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softEdge">
            <a:bevelT w="38100" h="57150" prst="relaxedInset"/>
            <a:bevelB w="165100" prst="coolSlant"/>
          </a:sp3d>
          <a:extLst/>
        </p:spPr>
        <p:txBody>
          <a:bodyPr anchor="ctr"/>
          <a:lstStyle/>
          <a:p>
            <a:pPr algn="ctr"/>
            <a:r>
              <a:rPr lang="zh-CN" altLang="en-US" sz="2000" kern="0" dirty="0">
                <a:solidFill>
                  <a:srgbClr val="67616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开发人员恶意代码</a:t>
            </a:r>
            <a:endParaRPr lang="en-US" altLang="ko-KR" sz="2000" kern="0" dirty="0">
              <a:solidFill>
                <a:srgbClr val="67616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6" name="Rectangle 14"/>
          <p:cNvSpPr>
            <a:spLocks noChangeArrowheads="1"/>
          </p:cNvSpPr>
          <p:nvPr/>
        </p:nvSpPr>
        <p:spPr bwMode="auto">
          <a:xfrm>
            <a:off x="4638126" y="4290521"/>
            <a:ext cx="2310138" cy="3983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 cap="flat" cmpd="sng" algn="ctr">
            <a:solidFill>
              <a:srgbClr val="FF0000"/>
            </a:solidFill>
            <a:prstDash val="solid"/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softEdge">
            <a:bevelT w="38100" h="57150" prst="relaxedInset"/>
            <a:bevelB w="165100" prst="coolSlant"/>
          </a:sp3d>
          <a:extLst/>
        </p:spPr>
        <p:txBody>
          <a:bodyPr anchor="ctr"/>
          <a:lstStyle/>
          <a:p>
            <a:pPr algn="ctr"/>
            <a:r>
              <a:rPr lang="zh-CN" altLang="en-US" sz="2000" kern="0" dirty="0">
                <a:solidFill>
                  <a:srgbClr val="67616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软件架构设计</a:t>
            </a:r>
            <a:endParaRPr lang="en-US" altLang="ko-KR" sz="2000" kern="0" dirty="0">
              <a:solidFill>
                <a:srgbClr val="67616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8" name="Rectangle 16"/>
          <p:cNvSpPr>
            <a:spLocks noChangeArrowheads="1"/>
          </p:cNvSpPr>
          <p:nvPr/>
        </p:nvSpPr>
        <p:spPr bwMode="auto">
          <a:xfrm>
            <a:off x="4638126" y="5082928"/>
            <a:ext cx="2310138" cy="3983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 cap="flat" cmpd="sng" algn="ctr">
            <a:solidFill>
              <a:srgbClr val="FF0000"/>
            </a:solidFill>
            <a:prstDash val="solid"/>
          </a:ln>
          <a:effectLst>
            <a:glow rad="101600">
              <a:schemeClr val="accent6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 prstMaterial="softEdge">
            <a:bevelT w="38100" h="57150" prst="relaxedInset"/>
            <a:bevelB w="165100" prst="coolSlant"/>
          </a:sp3d>
          <a:extLst/>
        </p:spPr>
        <p:txBody>
          <a:bodyPr anchor="ctr"/>
          <a:lstStyle/>
          <a:p>
            <a:pPr algn="ctr"/>
            <a:r>
              <a:rPr lang="zh-CN" altLang="en-US" sz="2000" kern="0" dirty="0">
                <a:solidFill>
                  <a:srgbClr val="67616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编程规范</a:t>
            </a:r>
            <a:endParaRPr lang="en-US" altLang="ko-KR" sz="2000" kern="0" dirty="0">
              <a:solidFill>
                <a:srgbClr val="67616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9" name="Line 18"/>
          <p:cNvSpPr>
            <a:spLocks noChangeShapeType="1"/>
          </p:cNvSpPr>
          <p:nvPr/>
        </p:nvSpPr>
        <p:spPr bwMode="auto">
          <a:xfrm flipH="1">
            <a:off x="3785767" y="3728710"/>
            <a:ext cx="848378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zh-CN" altLang="en-US" sz="1350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94" name="椭圆 93"/>
          <p:cNvSpPr/>
          <p:nvPr/>
        </p:nvSpPr>
        <p:spPr bwMode="auto">
          <a:xfrm rot="1267204">
            <a:off x="4587042" y="2140662"/>
            <a:ext cx="124106" cy="124105"/>
          </a:xfrm>
          <a:prstGeom prst="ellipse">
            <a:avLst/>
          </a:prstGeom>
          <a:solidFill>
            <a:schemeClr val="accent1"/>
          </a:solidFill>
          <a:ln w="19050" cap="flat" cmpd="sng" algn="ctr">
            <a:solidFill>
              <a:srgbClr val="FFFFFF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1350" kern="0" dirty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112" name="椭圆 111"/>
          <p:cNvSpPr/>
          <p:nvPr/>
        </p:nvSpPr>
        <p:spPr bwMode="auto">
          <a:xfrm rot="1267204">
            <a:off x="4587042" y="2903869"/>
            <a:ext cx="124106" cy="124105"/>
          </a:xfrm>
          <a:prstGeom prst="ellipse">
            <a:avLst/>
          </a:prstGeom>
          <a:solidFill>
            <a:schemeClr val="accent1"/>
          </a:solidFill>
          <a:ln w="19050" cap="flat" cmpd="sng" algn="ctr">
            <a:solidFill>
              <a:srgbClr val="FFFFFF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1350" kern="0" dirty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118" name="椭圆 117"/>
          <p:cNvSpPr/>
          <p:nvPr/>
        </p:nvSpPr>
        <p:spPr bwMode="auto">
          <a:xfrm rot="1267204">
            <a:off x="4587042" y="3676042"/>
            <a:ext cx="124106" cy="124105"/>
          </a:xfrm>
          <a:prstGeom prst="ellipse">
            <a:avLst/>
          </a:prstGeom>
          <a:solidFill>
            <a:schemeClr val="accent1"/>
          </a:solidFill>
          <a:ln w="19050" cap="flat" cmpd="sng" algn="ctr">
            <a:solidFill>
              <a:srgbClr val="FFFFFF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1350" kern="0" dirty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124" name="椭圆 123"/>
          <p:cNvSpPr/>
          <p:nvPr/>
        </p:nvSpPr>
        <p:spPr bwMode="auto">
          <a:xfrm rot="1267204">
            <a:off x="4587042" y="4423041"/>
            <a:ext cx="124106" cy="124105"/>
          </a:xfrm>
          <a:prstGeom prst="ellipse">
            <a:avLst/>
          </a:prstGeom>
          <a:solidFill>
            <a:schemeClr val="accent1"/>
          </a:solidFill>
          <a:ln w="19050" cap="flat" cmpd="sng" algn="ctr">
            <a:solidFill>
              <a:srgbClr val="FFFFFF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1350" kern="0" dirty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136" name="椭圆 135"/>
          <p:cNvSpPr/>
          <p:nvPr/>
        </p:nvSpPr>
        <p:spPr bwMode="auto">
          <a:xfrm rot="1267204">
            <a:off x="4587042" y="5211422"/>
            <a:ext cx="124106" cy="124105"/>
          </a:xfrm>
          <a:prstGeom prst="ellipse">
            <a:avLst/>
          </a:prstGeom>
          <a:solidFill>
            <a:schemeClr val="accent1"/>
          </a:solidFill>
          <a:ln w="19050" cap="flat" cmpd="sng" algn="ctr">
            <a:solidFill>
              <a:srgbClr val="FFFFFF"/>
            </a:solidFill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endParaRPr lang="zh-CN" altLang="en-US" sz="1350" kern="0" dirty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3471336" y="3869267"/>
            <a:ext cx="1117599" cy="618066"/>
          </a:xfrm>
          <a:custGeom>
            <a:avLst/>
            <a:gdLst>
              <a:gd name="connsiteX0" fmla="*/ 1117599 w 1117599"/>
              <a:gd name="connsiteY0" fmla="*/ 618066 h 618066"/>
              <a:gd name="connsiteX1" fmla="*/ 618066 w 1117599"/>
              <a:gd name="connsiteY1" fmla="*/ 618066 h 618066"/>
              <a:gd name="connsiteX2" fmla="*/ 0 w 1117599"/>
              <a:gd name="connsiteY2" fmla="*/ 0 h 6180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17599" h="618066">
                <a:moveTo>
                  <a:pt x="1117599" y="618066"/>
                </a:moveTo>
                <a:lnTo>
                  <a:pt x="618066" y="618066"/>
                </a:lnTo>
                <a:lnTo>
                  <a:pt x="0" y="0"/>
                </a:lnTo>
              </a:path>
            </a:pathLst>
          </a:custGeom>
          <a:noFill/>
          <a:ln w="19050" cap="rnd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 kern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3556002" y="2954867"/>
            <a:ext cx="1032933" cy="533400"/>
          </a:xfrm>
          <a:custGeom>
            <a:avLst/>
            <a:gdLst>
              <a:gd name="connsiteX0" fmla="*/ 1032933 w 1032933"/>
              <a:gd name="connsiteY0" fmla="*/ 0 h 533400"/>
              <a:gd name="connsiteX1" fmla="*/ 533400 w 1032933"/>
              <a:gd name="connsiteY1" fmla="*/ 0 h 533400"/>
              <a:gd name="connsiteX2" fmla="*/ 0 w 1032933"/>
              <a:gd name="connsiteY2" fmla="*/ 533400 h 53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2933" h="533400">
                <a:moveTo>
                  <a:pt x="1032933" y="0"/>
                </a:moveTo>
                <a:lnTo>
                  <a:pt x="533400" y="0"/>
                </a:lnTo>
                <a:lnTo>
                  <a:pt x="0" y="533400"/>
                </a:lnTo>
              </a:path>
            </a:pathLst>
          </a:custGeom>
          <a:noFill/>
          <a:ln w="19050" cap="rnd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 kern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81" name="Oval 9"/>
          <p:cNvSpPr>
            <a:spLocks noChangeArrowheads="1"/>
          </p:cNvSpPr>
          <p:nvPr/>
        </p:nvSpPr>
        <p:spPr bwMode="auto">
          <a:xfrm>
            <a:off x="1925706" y="2824570"/>
            <a:ext cx="1856076" cy="1832178"/>
          </a:xfrm>
          <a:prstGeom prst="ellipse">
            <a:avLst/>
          </a:prstGeom>
          <a:solidFill>
            <a:srgbClr val="FF6600"/>
          </a:solidFill>
          <a:ln w="254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sz="2400" kern="0" dirty="0">
                <a:solidFill>
                  <a:srgbClr val="FFFFFF"/>
                </a:solidFill>
                <a:latin typeface="+mn-ea"/>
              </a:rPr>
              <a:t>源代码</a:t>
            </a:r>
            <a:endParaRPr lang="en-US" altLang="ko-KR" sz="2400" kern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079612" y="0"/>
            <a:ext cx="8353425" cy="720725"/>
          </a:xfrm>
        </p:spPr>
        <p:txBody>
          <a:bodyPr/>
          <a:lstStyle/>
          <a:p>
            <a:r>
              <a:rPr lang="zh-CN" altLang="en-US" dirty="0" smtClean="0"/>
              <a:t>源代码安全审计项目</a:t>
            </a:r>
            <a:r>
              <a:rPr lang="en-US" altLang="zh-CN" dirty="0" smtClean="0"/>
              <a:t>-1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2643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任意多边形 29"/>
          <p:cNvSpPr/>
          <p:nvPr/>
        </p:nvSpPr>
        <p:spPr>
          <a:xfrm rot="20832717" flipH="1">
            <a:off x="2046288" y="1220601"/>
            <a:ext cx="161925" cy="695325"/>
          </a:xfrm>
          <a:custGeom>
            <a:avLst/>
            <a:gdLst>
              <a:gd name="connsiteX0" fmla="*/ 63599 w 95130"/>
              <a:gd name="connsiteY0" fmla="*/ 0 h 641131"/>
              <a:gd name="connsiteX1" fmla="*/ 537 w 95130"/>
              <a:gd name="connsiteY1" fmla="*/ 357352 h 641131"/>
              <a:gd name="connsiteX2" fmla="*/ 95130 w 95130"/>
              <a:gd name="connsiteY2" fmla="*/ 641131 h 641131"/>
              <a:gd name="connsiteX0" fmla="*/ 33458 w 64989"/>
              <a:gd name="connsiteY0" fmla="*/ 0 h 641131"/>
              <a:gd name="connsiteX1" fmla="*/ 2127 w 64989"/>
              <a:gd name="connsiteY1" fmla="*/ 358043 h 641131"/>
              <a:gd name="connsiteX2" fmla="*/ 64989 w 64989"/>
              <a:gd name="connsiteY2" fmla="*/ 641131 h 641131"/>
              <a:gd name="connsiteX0" fmla="*/ 7636 w 150223"/>
              <a:gd name="connsiteY0" fmla="*/ 0 h 643551"/>
              <a:gd name="connsiteX1" fmla="*/ 87361 w 150223"/>
              <a:gd name="connsiteY1" fmla="*/ 360463 h 643551"/>
              <a:gd name="connsiteX2" fmla="*/ 150223 w 150223"/>
              <a:gd name="connsiteY2" fmla="*/ 643551 h 643551"/>
              <a:gd name="connsiteX0" fmla="*/ 8589 w 151176"/>
              <a:gd name="connsiteY0" fmla="*/ 0 h 643551"/>
              <a:gd name="connsiteX1" fmla="*/ 75351 w 151176"/>
              <a:gd name="connsiteY1" fmla="*/ 355512 h 643551"/>
              <a:gd name="connsiteX2" fmla="*/ 151176 w 151176"/>
              <a:gd name="connsiteY2" fmla="*/ 643551 h 643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1176" h="643551">
                <a:moveTo>
                  <a:pt x="8589" y="0"/>
                </a:moveTo>
                <a:cubicBezTo>
                  <a:pt x="-25570" y="125248"/>
                  <a:pt x="51587" y="248254"/>
                  <a:pt x="75351" y="355512"/>
                </a:cubicBezTo>
                <a:cubicBezTo>
                  <a:pt x="99115" y="462770"/>
                  <a:pt x="106507" y="555089"/>
                  <a:pt x="151176" y="643551"/>
                </a:cubicBezTo>
              </a:path>
            </a:pathLst>
          </a:custGeom>
          <a:noFill/>
          <a:ln w="19050">
            <a:solidFill>
              <a:srgbClr val="4141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1455738" y="1719076"/>
            <a:ext cx="1385887" cy="1385888"/>
          </a:xfrm>
          <a:prstGeom prst="ellipse">
            <a:avLst/>
          </a:prstGeom>
          <a:solidFill>
            <a:srgbClr val="8BE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524000" y="1787339"/>
            <a:ext cx="1249363" cy="1249362"/>
          </a:xfrm>
          <a:prstGeom prst="ellipse">
            <a:avLst/>
          </a:prstGeom>
          <a:solidFill>
            <a:srgbClr val="34AADA"/>
          </a:solidFill>
          <a:ln w="3175">
            <a:solidFill>
              <a:srgbClr val="FEFE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 smtClean="0">
                <a:solidFill>
                  <a:srgbClr val="FEFE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开发语言</a:t>
            </a:r>
            <a:endParaRPr lang="zh-CN" altLang="en-US" sz="2000" dirty="0">
              <a:solidFill>
                <a:srgbClr val="FEFEF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2083498" y="1913998"/>
            <a:ext cx="129758" cy="129758"/>
          </a:xfrm>
          <a:prstGeom prst="ellipse">
            <a:avLst/>
          </a:prstGeom>
          <a:solidFill>
            <a:srgbClr val="FEFEFE"/>
          </a:solidFill>
          <a:ln>
            <a:noFill/>
          </a:ln>
          <a:effectLst>
            <a:innerShdw blurRad="38100">
              <a:schemeClr val="tx1">
                <a:lumMod val="65000"/>
                <a:lumOff val="3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2014538" y="1239651"/>
            <a:ext cx="133350" cy="738188"/>
          </a:xfrm>
          <a:custGeom>
            <a:avLst/>
            <a:gdLst>
              <a:gd name="connsiteX0" fmla="*/ 74340 w 122824"/>
              <a:gd name="connsiteY0" fmla="*/ 0 h 682499"/>
              <a:gd name="connsiteX1" fmla="*/ 522 w 122824"/>
              <a:gd name="connsiteY1" fmla="*/ 342900 h 682499"/>
              <a:gd name="connsiteX2" fmla="*/ 107678 w 122824"/>
              <a:gd name="connsiteY2" fmla="*/ 657225 h 682499"/>
              <a:gd name="connsiteX3" fmla="*/ 119584 w 122824"/>
              <a:gd name="connsiteY3" fmla="*/ 640556 h 68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24" h="682499">
                <a:moveTo>
                  <a:pt x="74340" y="0"/>
                </a:moveTo>
                <a:cubicBezTo>
                  <a:pt x="34653" y="116681"/>
                  <a:pt x="-5034" y="233363"/>
                  <a:pt x="522" y="342900"/>
                </a:cubicBezTo>
                <a:cubicBezTo>
                  <a:pt x="6078" y="452437"/>
                  <a:pt x="87834" y="607616"/>
                  <a:pt x="107678" y="657225"/>
                </a:cubicBezTo>
                <a:cubicBezTo>
                  <a:pt x="127522" y="706834"/>
                  <a:pt x="123553" y="673695"/>
                  <a:pt x="119584" y="640556"/>
                </a:cubicBezTo>
              </a:path>
            </a:pathLst>
          </a:custGeom>
          <a:noFill/>
          <a:ln w="19050">
            <a:solidFill>
              <a:srgbClr val="4141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4" name="任意多边形 43"/>
          <p:cNvSpPr/>
          <p:nvPr/>
        </p:nvSpPr>
        <p:spPr>
          <a:xfrm rot="20832717" flipH="1">
            <a:off x="4443413" y="1220601"/>
            <a:ext cx="163512" cy="695325"/>
          </a:xfrm>
          <a:custGeom>
            <a:avLst/>
            <a:gdLst>
              <a:gd name="connsiteX0" fmla="*/ 63599 w 95130"/>
              <a:gd name="connsiteY0" fmla="*/ 0 h 641131"/>
              <a:gd name="connsiteX1" fmla="*/ 537 w 95130"/>
              <a:gd name="connsiteY1" fmla="*/ 357352 h 641131"/>
              <a:gd name="connsiteX2" fmla="*/ 95130 w 95130"/>
              <a:gd name="connsiteY2" fmla="*/ 641131 h 641131"/>
              <a:gd name="connsiteX0" fmla="*/ 33458 w 64989"/>
              <a:gd name="connsiteY0" fmla="*/ 0 h 641131"/>
              <a:gd name="connsiteX1" fmla="*/ 2127 w 64989"/>
              <a:gd name="connsiteY1" fmla="*/ 358043 h 641131"/>
              <a:gd name="connsiteX2" fmla="*/ 64989 w 64989"/>
              <a:gd name="connsiteY2" fmla="*/ 641131 h 641131"/>
              <a:gd name="connsiteX0" fmla="*/ 7636 w 150223"/>
              <a:gd name="connsiteY0" fmla="*/ 0 h 643551"/>
              <a:gd name="connsiteX1" fmla="*/ 87361 w 150223"/>
              <a:gd name="connsiteY1" fmla="*/ 360463 h 643551"/>
              <a:gd name="connsiteX2" fmla="*/ 150223 w 150223"/>
              <a:gd name="connsiteY2" fmla="*/ 643551 h 643551"/>
              <a:gd name="connsiteX0" fmla="*/ 8589 w 151176"/>
              <a:gd name="connsiteY0" fmla="*/ 0 h 643551"/>
              <a:gd name="connsiteX1" fmla="*/ 75351 w 151176"/>
              <a:gd name="connsiteY1" fmla="*/ 355512 h 643551"/>
              <a:gd name="connsiteX2" fmla="*/ 151176 w 151176"/>
              <a:gd name="connsiteY2" fmla="*/ 643551 h 643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1176" h="643551">
                <a:moveTo>
                  <a:pt x="8589" y="0"/>
                </a:moveTo>
                <a:cubicBezTo>
                  <a:pt x="-25570" y="125248"/>
                  <a:pt x="51587" y="248254"/>
                  <a:pt x="75351" y="355512"/>
                </a:cubicBezTo>
                <a:cubicBezTo>
                  <a:pt x="99115" y="462770"/>
                  <a:pt x="106507" y="555089"/>
                  <a:pt x="151176" y="643551"/>
                </a:cubicBezTo>
              </a:path>
            </a:pathLst>
          </a:custGeom>
          <a:noFill/>
          <a:ln w="19050">
            <a:solidFill>
              <a:srgbClr val="4141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5" name="椭圆 44"/>
          <p:cNvSpPr/>
          <p:nvPr/>
        </p:nvSpPr>
        <p:spPr>
          <a:xfrm>
            <a:off x="3852863" y="1719076"/>
            <a:ext cx="1385887" cy="1385888"/>
          </a:xfrm>
          <a:prstGeom prst="ellipse">
            <a:avLst/>
          </a:prstGeom>
          <a:solidFill>
            <a:srgbClr val="C0E3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46" name="椭圆 45"/>
          <p:cNvSpPr/>
          <p:nvPr/>
        </p:nvSpPr>
        <p:spPr>
          <a:xfrm>
            <a:off x="3921125" y="1787339"/>
            <a:ext cx="1249363" cy="1249362"/>
          </a:xfrm>
          <a:prstGeom prst="ellipse">
            <a:avLst/>
          </a:prstGeom>
          <a:solidFill>
            <a:srgbClr val="92D050"/>
          </a:solidFill>
          <a:ln w="3175">
            <a:solidFill>
              <a:srgbClr val="FEFE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000" dirty="0">
                <a:solidFill>
                  <a:srgbClr val="FEFE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 smtClean="0">
                <a:solidFill>
                  <a:srgbClr val="FEFE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安全漏洞</a:t>
            </a:r>
            <a:endParaRPr lang="zh-CN" altLang="en-US" sz="2000" dirty="0">
              <a:solidFill>
                <a:srgbClr val="FEFEF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椭圆 46"/>
          <p:cNvSpPr/>
          <p:nvPr/>
        </p:nvSpPr>
        <p:spPr>
          <a:xfrm>
            <a:off x="4480910" y="1913998"/>
            <a:ext cx="129758" cy="129758"/>
          </a:xfrm>
          <a:prstGeom prst="ellipse">
            <a:avLst/>
          </a:prstGeom>
          <a:solidFill>
            <a:srgbClr val="FEFEFE"/>
          </a:solidFill>
          <a:ln>
            <a:noFill/>
          </a:ln>
          <a:effectLst>
            <a:innerShdw blurRad="38100">
              <a:schemeClr val="tx1">
                <a:lumMod val="65000"/>
                <a:lumOff val="3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48" name="任意多边形 47"/>
          <p:cNvSpPr/>
          <p:nvPr/>
        </p:nvSpPr>
        <p:spPr>
          <a:xfrm>
            <a:off x="4413250" y="1239651"/>
            <a:ext cx="131763" cy="738188"/>
          </a:xfrm>
          <a:custGeom>
            <a:avLst/>
            <a:gdLst>
              <a:gd name="connsiteX0" fmla="*/ 74340 w 122824"/>
              <a:gd name="connsiteY0" fmla="*/ 0 h 682499"/>
              <a:gd name="connsiteX1" fmla="*/ 522 w 122824"/>
              <a:gd name="connsiteY1" fmla="*/ 342900 h 682499"/>
              <a:gd name="connsiteX2" fmla="*/ 107678 w 122824"/>
              <a:gd name="connsiteY2" fmla="*/ 657225 h 682499"/>
              <a:gd name="connsiteX3" fmla="*/ 119584 w 122824"/>
              <a:gd name="connsiteY3" fmla="*/ 640556 h 68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24" h="682499">
                <a:moveTo>
                  <a:pt x="74340" y="0"/>
                </a:moveTo>
                <a:cubicBezTo>
                  <a:pt x="34653" y="116681"/>
                  <a:pt x="-5034" y="233363"/>
                  <a:pt x="522" y="342900"/>
                </a:cubicBezTo>
                <a:cubicBezTo>
                  <a:pt x="6078" y="452437"/>
                  <a:pt x="87834" y="607616"/>
                  <a:pt x="107678" y="657225"/>
                </a:cubicBezTo>
                <a:cubicBezTo>
                  <a:pt x="127522" y="706834"/>
                  <a:pt x="123553" y="673695"/>
                  <a:pt x="119584" y="640556"/>
                </a:cubicBezTo>
              </a:path>
            </a:pathLst>
          </a:custGeom>
          <a:noFill/>
          <a:ln w="19050">
            <a:solidFill>
              <a:srgbClr val="4141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任意多边形 48"/>
          <p:cNvSpPr/>
          <p:nvPr/>
        </p:nvSpPr>
        <p:spPr>
          <a:xfrm rot="20832717" flipH="1">
            <a:off x="6840538" y="1220601"/>
            <a:ext cx="163512" cy="695325"/>
          </a:xfrm>
          <a:custGeom>
            <a:avLst/>
            <a:gdLst>
              <a:gd name="connsiteX0" fmla="*/ 63599 w 95130"/>
              <a:gd name="connsiteY0" fmla="*/ 0 h 641131"/>
              <a:gd name="connsiteX1" fmla="*/ 537 w 95130"/>
              <a:gd name="connsiteY1" fmla="*/ 357352 h 641131"/>
              <a:gd name="connsiteX2" fmla="*/ 95130 w 95130"/>
              <a:gd name="connsiteY2" fmla="*/ 641131 h 641131"/>
              <a:gd name="connsiteX0" fmla="*/ 33458 w 64989"/>
              <a:gd name="connsiteY0" fmla="*/ 0 h 641131"/>
              <a:gd name="connsiteX1" fmla="*/ 2127 w 64989"/>
              <a:gd name="connsiteY1" fmla="*/ 358043 h 641131"/>
              <a:gd name="connsiteX2" fmla="*/ 64989 w 64989"/>
              <a:gd name="connsiteY2" fmla="*/ 641131 h 641131"/>
              <a:gd name="connsiteX0" fmla="*/ 7636 w 150223"/>
              <a:gd name="connsiteY0" fmla="*/ 0 h 643551"/>
              <a:gd name="connsiteX1" fmla="*/ 87361 w 150223"/>
              <a:gd name="connsiteY1" fmla="*/ 360463 h 643551"/>
              <a:gd name="connsiteX2" fmla="*/ 150223 w 150223"/>
              <a:gd name="connsiteY2" fmla="*/ 643551 h 643551"/>
              <a:gd name="connsiteX0" fmla="*/ 8589 w 151176"/>
              <a:gd name="connsiteY0" fmla="*/ 0 h 643551"/>
              <a:gd name="connsiteX1" fmla="*/ 75351 w 151176"/>
              <a:gd name="connsiteY1" fmla="*/ 355512 h 643551"/>
              <a:gd name="connsiteX2" fmla="*/ 151176 w 151176"/>
              <a:gd name="connsiteY2" fmla="*/ 643551 h 643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1176" h="643551">
                <a:moveTo>
                  <a:pt x="8589" y="0"/>
                </a:moveTo>
                <a:cubicBezTo>
                  <a:pt x="-25570" y="125248"/>
                  <a:pt x="51587" y="248254"/>
                  <a:pt x="75351" y="355512"/>
                </a:cubicBezTo>
                <a:cubicBezTo>
                  <a:pt x="99115" y="462770"/>
                  <a:pt x="106507" y="555089"/>
                  <a:pt x="151176" y="643551"/>
                </a:cubicBezTo>
              </a:path>
            </a:pathLst>
          </a:custGeom>
          <a:noFill/>
          <a:ln w="19050">
            <a:solidFill>
              <a:srgbClr val="4141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0" name="椭圆 49"/>
          <p:cNvSpPr/>
          <p:nvPr/>
        </p:nvSpPr>
        <p:spPr>
          <a:xfrm>
            <a:off x="6249988" y="1719076"/>
            <a:ext cx="1385887" cy="1385888"/>
          </a:xfrm>
          <a:prstGeom prst="ellipse">
            <a:avLst/>
          </a:prstGeom>
          <a:solidFill>
            <a:srgbClr val="FFE4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6318250" y="1787339"/>
            <a:ext cx="1249363" cy="1249362"/>
          </a:xfrm>
          <a:prstGeom prst="ellipse">
            <a:avLst/>
          </a:prstGeom>
          <a:solidFill>
            <a:srgbClr val="7030A0"/>
          </a:solidFill>
          <a:ln w="3175">
            <a:solidFill>
              <a:srgbClr val="FEFE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 smtClean="0">
                <a:solidFill>
                  <a:srgbClr val="FEFE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恶意代码</a:t>
            </a:r>
            <a:endParaRPr lang="zh-CN" altLang="en-US" sz="2000" dirty="0">
              <a:solidFill>
                <a:srgbClr val="FEFEF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椭圆 71"/>
          <p:cNvSpPr/>
          <p:nvPr/>
        </p:nvSpPr>
        <p:spPr>
          <a:xfrm>
            <a:off x="6878321" y="1913998"/>
            <a:ext cx="129758" cy="129758"/>
          </a:xfrm>
          <a:prstGeom prst="ellipse">
            <a:avLst/>
          </a:prstGeom>
          <a:solidFill>
            <a:srgbClr val="FEFEFE"/>
          </a:solidFill>
          <a:ln>
            <a:noFill/>
          </a:ln>
          <a:effectLst>
            <a:innerShdw blurRad="38100">
              <a:schemeClr val="tx1">
                <a:lumMod val="65000"/>
                <a:lumOff val="3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73" name="任意多边形 72"/>
          <p:cNvSpPr/>
          <p:nvPr/>
        </p:nvSpPr>
        <p:spPr>
          <a:xfrm>
            <a:off x="6810375" y="1239651"/>
            <a:ext cx="131763" cy="738188"/>
          </a:xfrm>
          <a:custGeom>
            <a:avLst/>
            <a:gdLst>
              <a:gd name="connsiteX0" fmla="*/ 74340 w 122824"/>
              <a:gd name="connsiteY0" fmla="*/ 0 h 682499"/>
              <a:gd name="connsiteX1" fmla="*/ 522 w 122824"/>
              <a:gd name="connsiteY1" fmla="*/ 342900 h 682499"/>
              <a:gd name="connsiteX2" fmla="*/ 107678 w 122824"/>
              <a:gd name="connsiteY2" fmla="*/ 657225 h 682499"/>
              <a:gd name="connsiteX3" fmla="*/ 119584 w 122824"/>
              <a:gd name="connsiteY3" fmla="*/ 640556 h 68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24" h="682499">
                <a:moveTo>
                  <a:pt x="74340" y="0"/>
                </a:moveTo>
                <a:cubicBezTo>
                  <a:pt x="34653" y="116681"/>
                  <a:pt x="-5034" y="233363"/>
                  <a:pt x="522" y="342900"/>
                </a:cubicBezTo>
                <a:cubicBezTo>
                  <a:pt x="6078" y="452437"/>
                  <a:pt x="87834" y="607616"/>
                  <a:pt x="107678" y="657225"/>
                </a:cubicBezTo>
                <a:cubicBezTo>
                  <a:pt x="127522" y="706834"/>
                  <a:pt x="123553" y="673695"/>
                  <a:pt x="119584" y="640556"/>
                </a:cubicBezTo>
              </a:path>
            </a:pathLst>
          </a:custGeom>
          <a:noFill/>
          <a:ln w="19050">
            <a:solidFill>
              <a:srgbClr val="4141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143" name="标题 4"/>
          <p:cNvSpPr>
            <a:spLocks noGrp="1"/>
          </p:cNvSpPr>
          <p:nvPr>
            <p:ph type="title"/>
          </p:nvPr>
        </p:nvSpPr>
        <p:spPr>
          <a:xfrm>
            <a:off x="1130300" y="0"/>
            <a:ext cx="8353425" cy="720725"/>
          </a:xfrm>
        </p:spPr>
        <p:txBody>
          <a:bodyPr/>
          <a:lstStyle/>
          <a:p>
            <a:r>
              <a:rPr lang="zh-CN" altLang="en-US" dirty="0"/>
              <a:t>源代码安全审计项目</a:t>
            </a:r>
            <a:r>
              <a:rPr lang="en-US" altLang="zh-CN" dirty="0" smtClean="0"/>
              <a:t>-2</a:t>
            </a:r>
            <a:endParaRPr lang="zh-CN" altLang="en-US" dirty="0" smtClean="0"/>
          </a:p>
        </p:txBody>
      </p:sp>
      <p:sp>
        <p:nvSpPr>
          <p:cNvPr id="5144" name="矩形 20"/>
          <p:cNvSpPr>
            <a:spLocks noChangeArrowheads="1"/>
          </p:cNvSpPr>
          <p:nvPr/>
        </p:nvSpPr>
        <p:spPr bwMode="auto">
          <a:xfrm>
            <a:off x="1043608" y="3465004"/>
            <a:ext cx="2217738" cy="2613023"/>
          </a:xfrm>
          <a:prstGeom prst="rect">
            <a:avLst/>
          </a:prstGeom>
          <a:solidFill>
            <a:srgbClr val="EE9512"/>
          </a:solidFill>
          <a:ln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en-US" altLang="zh-CN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C/C++</a:t>
            </a:r>
            <a:r>
              <a:rPr lang="zh-CN" altLang="en-US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语言缺陷</a:t>
            </a:r>
            <a:endParaRPr lang="en-US" altLang="zh-CN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en-US" altLang="zh-CN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Java</a:t>
            </a:r>
            <a:r>
              <a:rPr lang="zh-CN" altLang="en-US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语言缺陷</a:t>
            </a:r>
            <a:endParaRPr lang="en-US" altLang="zh-CN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en-US" altLang="zh-CN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Shell</a:t>
            </a:r>
            <a:r>
              <a:rPr lang="zh-CN" altLang="en-US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语言缺陷</a:t>
            </a:r>
            <a:endParaRPr lang="en-US" altLang="zh-CN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en-US" altLang="zh-CN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Python</a:t>
            </a:r>
          </a:p>
          <a:p>
            <a:pPr algn="just" eaLnBrk="1" hangingPunct="1">
              <a:lnSpc>
                <a:spcPct val="130000"/>
              </a:lnSpc>
            </a:pPr>
            <a:r>
              <a:rPr lang="en-US" altLang="zh-CN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PHP</a:t>
            </a:r>
          </a:p>
          <a:p>
            <a:pPr algn="just" eaLnBrk="1" hangingPunct="1">
              <a:lnSpc>
                <a:spcPct val="130000"/>
              </a:lnSpc>
            </a:pPr>
            <a:r>
              <a:rPr lang="en-US" altLang="zh-CN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…..</a:t>
            </a:r>
          </a:p>
          <a:p>
            <a:pPr algn="just" eaLnBrk="1" hangingPunct="1">
              <a:lnSpc>
                <a:spcPct val="130000"/>
              </a:lnSpc>
            </a:pPr>
            <a:endParaRPr lang="zh-CN" altLang="en-US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145" name="矩形 21"/>
          <p:cNvSpPr>
            <a:spLocks noChangeArrowheads="1"/>
          </p:cNvSpPr>
          <p:nvPr/>
        </p:nvSpPr>
        <p:spPr bwMode="auto">
          <a:xfrm>
            <a:off x="3491880" y="3465004"/>
            <a:ext cx="2217737" cy="2613023"/>
          </a:xfrm>
          <a:prstGeom prst="rect">
            <a:avLst/>
          </a:prstGeom>
          <a:solidFill>
            <a:srgbClr val="EE9512"/>
          </a:solidFill>
          <a:ln>
            <a:noFill/>
          </a:ln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内存溢出</a:t>
            </a:r>
            <a:endParaRPr lang="en-US" altLang="zh-CN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越界访问</a:t>
            </a:r>
            <a:endParaRPr lang="en-US" altLang="zh-CN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ARP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欺骗</a:t>
            </a:r>
            <a:endParaRPr lang="en-US" altLang="zh-CN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DNS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欺骗</a:t>
            </a:r>
            <a:endParaRPr lang="en-US" altLang="zh-CN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协议漏洞</a:t>
            </a:r>
            <a:endParaRPr lang="en-US" altLang="zh-CN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zh-CN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…</a:t>
            </a:r>
          </a:p>
          <a:p>
            <a:pPr algn="just">
              <a:lnSpc>
                <a:spcPct val="130000"/>
              </a:lnSpc>
            </a:pPr>
            <a:endParaRPr lang="zh-CN" altLang="en-US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146" name="矩形 22"/>
          <p:cNvSpPr>
            <a:spLocks noChangeArrowheads="1"/>
          </p:cNvSpPr>
          <p:nvPr/>
        </p:nvSpPr>
        <p:spPr bwMode="auto">
          <a:xfrm>
            <a:off x="5866383" y="3465004"/>
            <a:ext cx="2219325" cy="2653034"/>
          </a:xfrm>
          <a:prstGeom prst="rect">
            <a:avLst/>
          </a:prstGeom>
          <a:solidFill>
            <a:srgbClr val="EE9512"/>
          </a:solidFill>
          <a:ln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zh-CN" altLang="en-US" sz="1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开发人员代码后门</a:t>
            </a:r>
            <a:endParaRPr lang="en-US" altLang="zh-CN" sz="16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zh-CN" altLang="en-US" sz="1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开发人员恶意行为</a:t>
            </a:r>
            <a:endParaRPr lang="en-US" altLang="zh-CN" sz="16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zh-CN" altLang="en-US" sz="1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遗留</a:t>
            </a:r>
            <a:r>
              <a:rPr lang="en-US" altLang="zh-CN" sz="1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BUG</a:t>
            </a:r>
          </a:p>
          <a:p>
            <a:pPr algn="just" eaLnBrk="1" hangingPunct="1">
              <a:lnSpc>
                <a:spcPct val="130000"/>
              </a:lnSpc>
            </a:pPr>
            <a:r>
              <a:rPr lang="zh-CN" altLang="en-US" sz="16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开</a:t>
            </a:r>
            <a:r>
              <a:rPr lang="zh-CN" altLang="en-US" sz="1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源软件</a:t>
            </a:r>
            <a:endParaRPr lang="en-US" altLang="zh-CN" sz="16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zh-CN" altLang="en-US" sz="1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外包服务</a:t>
            </a:r>
            <a:endParaRPr lang="en-US" altLang="zh-CN" sz="16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en-US" altLang="zh-CN" sz="1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…</a:t>
            </a:r>
          </a:p>
          <a:p>
            <a:pPr algn="just" eaLnBrk="1" hangingPunct="1">
              <a:lnSpc>
                <a:spcPct val="130000"/>
              </a:lnSpc>
            </a:pPr>
            <a:endParaRPr lang="en-US" altLang="zh-CN" sz="16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 eaLnBrk="1" hangingPunct="1">
              <a:lnSpc>
                <a:spcPct val="130000"/>
              </a:lnSpc>
            </a:pPr>
            <a:endParaRPr lang="en-US" altLang="zh-CN" sz="16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7258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任意多边形 29"/>
          <p:cNvSpPr/>
          <p:nvPr/>
        </p:nvSpPr>
        <p:spPr>
          <a:xfrm rot="20832717" flipH="1">
            <a:off x="2046288" y="1220601"/>
            <a:ext cx="161925" cy="695325"/>
          </a:xfrm>
          <a:custGeom>
            <a:avLst/>
            <a:gdLst>
              <a:gd name="connsiteX0" fmla="*/ 63599 w 95130"/>
              <a:gd name="connsiteY0" fmla="*/ 0 h 641131"/>
              <a:gd name="connsiteX1" fmla="*/ 537 w 95130"/>
              <a:gd name="connsiteY1" fmla="*/ 357352 h 641131"/>
              <a:gd name="connsiteX2" fmla="*/ 95130 w 95130"/>
              <a:gd name="connsiteY2" fmla="*/ 641131 h 641131"/>
              <a:gd name="connsiteX0" fmla="*/ 33458 w 64989"/>
              <a:gd name="connsiteY0" fmla="*/ 0 h 641131"/>
              <a:gd name="connsiteX1" fmla="*/ 2127 w 64989"/>
              <a:gd name="connsiteY1" fmla="*/ 358043 h 641131"/>
              <a:gd name="connsiteX2" fmla="*/ 64989 w 64989"/>
              <a:gd name="connsiteY2" fmla="*/ 641131 h 641131"/>
              <a:gd name="connsiteX0" fmla="*/ 7636 w 150223"/>
              <a:gd name="connsiteY0" fmla="*/ 0 h 643551"/>
              <a:gd name="connsiteX1" fmla="*/ 87361 w 150223"/>
              <a:gd name="connsiteY1" fmla="*/ 360463 h 643551"/>
              <a:gd name="connsiteX2" fmla="*/ 150223 w 150223"/>
              <a:gd name="connsiteY2" fmla="*/ 643551 h 643551"/>
              <a:gd name="connsiteX0" fmla="*/ 8589 w 151176"/>
              <a:gd name="connsiteY0" fmla="*/ 0 h 643551"/>
              <a:gd name="connsiteX1" fmla="*/ 75351 w 151176"/>
              <a:gd name="connsiteY1" fmla="*/ 355512 h 643551"/>
              <a:gd name="connsiteX2" fmla="*/ 151176 w 151176"/>
              <a:gd name="connsiteY2" fmla="*/ 643551 h 643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1176" h="643551">
                <a:moveTo>
                  <a:pt x="8589" y="0"/>
                </a:moveTo>
                <a:cubicBezTo>
                  <a:pt x="-25570" y="125248"/>
                  <a:pt x="51587" y="248254"/>
                  <a:pt x="75351" y="355512"/>
                </a:cubicBezTo>
                <a:cubicBezTo>
                  <a:pt x="99115" y="462770"/>
                  <a:pt x="106507" y="555089"/>
                  <a:pt x="151176" y="643551"/>
                </a:cubicBezTo>
              </a:path>
            </a:pathLst>
          </a:custGeom>
          <a:noFill/>
          <a:ln w="19050">
            <a:solidFill>
              <a:srgbClr val="4141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2" name="椭圆 51"/>
          <p:cNvSpPr/>
          <p:nvPr/>
        </p:nvSpPr>
        <p:spPr>
          <a:xfrm>
            <a:off x="1455738" y="1719076"/>
            <a:ext cx="1385887" cy="1385888"/>
          </a:xfrm>
          <a:prstGeom prst="ellipse">
            <a:avLst/>
          </a:prstGeom>
          <a:solidFill>
            <a:srgbClr val="8BE1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524000" y="1787339"/>
            <a:ext cx="1249363" cy="1249362"/>
          </a:xfrm>
          <a:prstGeom prst="ellipse">
            <a:avLst/>
          </a:prstGeom>
          <a:solidFill>
            <a:schemeClr val="tx1"/>
          </a:solidFill>
          <a:ln w="3175">
            <a:solidFill>
              <a:srgbClr val="FEFE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 smtClean="0">
                <a:solidFill>
                  <a:srgbClr val="FEFE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架构设计</a:t>
            </a:r>
            <a:endParaRPr lang="zh-CN" altLang="en-US" sz="2000" dirty="0">
              <a:solidFill>
                <a:srgbClr val="FEFEF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2083498" y="1913998"/>
            <a:ext cx="129758" cy="129758"/>
          </a:xfrm>
          <a:prstGeom prst="ellipse">
            <a:avLst/>
          </a:prstGeom>
          <a:solidFill>
            <a:srgbClr val="FEFEFE"/>
          </a:solidFill>
          <a:ln>
            <a:noFill/>
          </a:ln>
          <a:effectLst>
            <a:innerShdw blurRad="38100">
              <a:schemeClr val="tx1">
                <a:lumMod val="65000"/>
                <a:lumOff val="3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2014538" y="1239651"/>
            <a:ext cx="133350" cy="738188"/>
          </a:xfrm>
          <a:custGeom>
            <a:avLst/>
            <a:gdLst>
              <a:gd name="connsiteX0" fmla="*/ 74340 w 122824"/>
              <a:gd name="connsiteY0" fmla="*/ 0 h 682499"/>
              <a:gd name="connsiteX1" fmla="*/ 522 w 122824"/>
              <a:gd name="connsiteY1" fmla="*/ 342900 h 682499"/>
              <a:gd name="connsiteX2" fmla="*/ 107678 w 122824"/>
              <a:gd name="connsiteY2" fmla="*/ 657225 h 682499"/>
              <a:gd name="connsiteX3" fmla="*/ 119584 w 122824"/>
              <a:gd name="connsiteY3" fmla="*/ 640556 h 68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24" h="682499">
                <a:moveTo>
                  <a:pt x="74340" y="0"/>
                </a:moveTo>
                <a:cubicBezTo>
                  <a:pt x="34653" y="116681"/>
                  <a:pt x="-5034" y="233363"/>
                  <a:pt x="522" y="342900"/>
                </a:cubicBezTo>
                <a:cubicBezTo>
                  <a:pt x="6078" y="452437"/>
                  <a:pt x="87834" y="607616"/>
                  <a:pt x="107678" y="657225"/>
                </a:cubicBezTo>
                <a:cubicBezTo>
                  <a:pt x="127522" y="706834"/>
                  <a:pt x="123553" y="673695"/>
                  <a:pt x="119584" y="640556"/>
                </a:cubicBezTo>
              </a:path>
            </a:pathLst>
          </a:custGeom>
          <a:noFill/>
          <a:ln w="19050">
            <a:solidFill>
              <a:srgbClr val="4141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9" name="任意多边形 48"/>
          <p:cNvSpPr/>
          <p:nvPr/>
        </p:nvSpPr>
        <p:spPr>
          <a:xfrm rot="20832717" flipH="1">
            <a:off x="6840538" y="1220601"/>
            <a:ext cx="163512" cy="695325"/>
          </a:xfrm>
          <a:custGeom>
            <a:avLst/>
            <a:gdLst>
              <a:gd name="connsiteX0" fmla="*/ 63599 w 95130"/>
              <a:gd name="connsiteY0" fmla="*/ 0 h 641131"/>
              <a:gd name="connsiteX1" fmla="*/ 537 w 95130"/>
              <a:gd name="connsiteY1" fmla="*/ 357352 h 641131"/>
              <a:gd name="connsiteX2" fmla="*/ 95130 w 95130"/>
              <a:gd name="connsiteY2" fmla="*/ 641131 h 641131"/>
              <a:gd name="connsiteX0" fmla="*/ 33458 w 64989"/>
              <a:gd name="connsiteY0" fmla="*/ 0 h 641131"/>
              <a:gd name="connsiteX1" fmla="*/ 2127 w 64989"/>
              <a:gd name="connsiteY1" fmla="*/ 358043 h 641131"/>
              <a:gd name="connsiteX2" fmla="*/ 64989 w 64989"/>
              <a:gd name="connsiteY2" fmla="*/ 641131 h 641131"/>
              <a:gd name="connsiteX0" fmla="*/ 7636 w 150223"/>
              <a:gd name="connsiteY0" fmla="*/ 0 h 643551"/>
              <a:gd name="connsiteX1" fmla="*/ 87361 w 150223"/>
              <a:gd name="connsiteY1" fmla="*/ 360463 h 643551"/>
              <a:gd name="connsiteX2" fmla="*/ 150223 w 150223"/>
              <a:gd name="connsiteY2" fmla="*/ 643551 h 643551"/>
              <a:gd name="connsiteX0" fmla="*/ 8589 w 151176"/>
              <a:gd name="connsiteY0" fmla="*/ 0 h 643551"/>
              <a:gd name="connsiteX1" fmla="*/ 75351 w 151176"/>
              <a:gd name="connsiteY1" fmla="*/ 355512 h 643551"/>
              <a:gd name="connsiteX2" fmla="*/ 151176 w 151176"/>
              <a:gd name="connsiteY2" fmla="*/ 643551 h 643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1176" h="643551">
                <a:moveTo>
                  <a:pt x="8589" y="0"/>
                </a:moveTo>
                <a:cubicBezTo>
                  <a:pt x="-25570" y="125248"/>
                  <a:pt x="51587" y="248254"/>
                  <a:pt x="75351" y="355512"/>
                </a:cubicBezTo>
                <a:cubicBezTo>
                  <a:pt x="99115" y="462770"/>
                  <a:pt x="106507" y="555089"/>
                  <a:pt x="151176" y="643551"/>
                </a:cubicBezTo>
              </a:path>
            </a:pathLst>
          </a:custGeom>
          <a:noFill/>
          <a:ln w="19050">
            <a:solidFill>
              <a:srgbClr val="4141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0" name="椭圆 49"/>
          <p:cNvSpPr/>
          <p:nvPr/>
        </p:nvSpPr>
        <p:spPr>
          <a:xfrm>
            <a:off x="6249988" y="1719076"/>
            <a:ext cx="1385887" cy="1385888"/>
          </a:xfrm>
          <a:prstGeom prst="ellipse">
            <a:avLst/>
          </a:prstGeom>
          <a:solidFill>
            <a:srgbClr val="FFE4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51" name="椭圆 50"/>
          <p:cNvSpPr/>
          <p:nvPr/>
        </p:nvSpPr>
        <p:spPr>
          <a:xfrm>
            <a:off x="6318250" y="1787339"/>
            <a:ext cx="1249363" cy="1249362"/>
          </a:xfrm>
          <a:prstGeom prst="ellipse">
            <a:avLst/>
          </a:prstGeom>
          <a:solidFill>
            <a:srgbClr val="FF0000"/>
          </a:solidFill>
          <a:ln w="3175">
            <a:solidFill>
              <a:srgbClr val="FEFE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000" dirty="0" smtClean="0">
                <a:solidFill>
                  <a:srgbClr val="FEFEF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编程规范</a:t>
            </a:r>
            <a:endParaRPr lang="zh-CN" altLang="en-US" sz="2000" dirty="0">
              <a:solidFill>
                <a:srgbClr val="FEFEF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椭圆 71"/>
          <p:cNvSpPr/>
          <p:nvPr/>
        </p:nvSpPr>
        <p:spPr>
          <a:xfrm>
            <a:off x="6878321" y="1913998"/>
            <a:ext cx="129758" cy="129758"/>
          </a:xfrm>
          <a:prstGeom prst="ellipse">
            <a:avLst/>
          </a:prstGeom>
          <a:solidFill>
            <a:srgbClr val="FEFEFE"/>
          </a:solidFill>
          <a:ln>
            <a:noFill/>
          </a:ln>
          <a:effectLst>
            <a:innerShdw blurRad="38100">
              <a:schemeClr val="tx1">
                <a:lumMod val="65000"/>
                <a:lumOff val="35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latin typeface="微软雅黑" panose="020B0503020204020204" pitchFamily="34" charset="-122"/>
            </a:endParaRPr>
          </a:p>
        </p:txBody>
      </p:sp>
      <p:sp>
        <p:nvSpPr>
          <p:cNvPr id="73" name="任意多边形 72"/>
          <p:cNvSpPr/>
          <p:nvPr/>
        </p:nvSpPr>
        <p:spPr>
          <a:xfrm>
            <a:off x="6810375" y="1239651"/>
            <a:ext cx="131763" cy="738188"/>
          </a:xfrm>
          <a:custGeom>
            <a:avLst/>
            <a:gdLst>
              <a:gd name="connsiteX0" fmla="*/ 74340 w 122824"/>
              <a:gd name="connsiteY0" fmla="*/ 0 h 682499"/>
              <a:gd name="connsiteX1" fmla="*/ 522 w 122824"/>
              <a:gd name="connsiteY1" fmla="*/ 342900 h 682499"/>
              <a:gd name="connsiteX2" fmla="*/ 107678 w 122824"/>
              <a:gd name="connsiteY2" fmla="*/ 657225 h 682499"/>
              <a:gd name="connsiteX3" fmla="*/ 119584 w 122824"/>
              <a:gd name="connsiteY3" fmla="*/ 640556 h 682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2824" h="682499">
                <a:moveTo>
                  <a:pt x="74340" y="0"/>
                </a:moveTo>
                <a:cubicBezTo>
                  <a:pt x="34653" y="116681"/>
                  <a:pt x="-5034" y="233363"/>
                  <a:pt x="522" y="342900"/>
                </a:cubicBezTo>
                <a:cubicBezTo>
                  <a:pt x="6078" y="452437"/>
                  <a:pt x="87834" y="607616"/>
                  <a:pt x="107678" y="657225"/>
                </a:cubicBezTo>
                <a:cubicBezTo>
                  <a:pt x="127522" y="706834"/>
                  <a:pt x="123553" y="673695"/>
                  <a:pt x="119584" y="640556"/>
                </a:cubicBezTo>
              </a:path>
            </a:pathLst>
          </a:custGeom>
          <a:noFill/>
          <a:ln w="19050">
            <a:solidFill>
              <a:srgbClr val="41414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143" name="标题 4"/>
          <p:cNvSpPr>
            <a:spLocks noGrp="1"/>
          </p:cNvSpPr>
          <p:nvPr>
            <p:ph type="title"/>
          </p:nvPr>
        </p:nvSpPr>
        <p:spPr>
          <a:xfrm>
            <a:off x="1130300" y="0"/>
            <a:ext cx="8353425" cy="720725"/>
          </a:xfrm>
        </p:spPr>
        <p:txBody>
          <a:bodyPr/>
          <a:lstStyle/>
          <a:p>
            <a:r>
              <a:rPr lang="zh-CN" altLang="en-US" dirty="0"/>
              <a:t>源代码安全审计项目</a:t>
            </a:r>
            <a:r>
              <a:rPr lang="en-US" altLang="zh-CN" dirty="0" smtClean="0"/>
              <a:t>-3</a:t>
            </a:r>
            <a:endParaRPr lang="zh-CN" altLang="en-US" dirty="0" smtClean="0"/>
          </a:p>
        </p:txBody>
      </p:sp>
      <p:sp>
        <p:nvSpPr>
          <p:cNvPr id="5144" name="矩形 20"/>
          <p:cNvSpPr>
            <a:spLocks noChangeArrowheads="1"/>
          </p:cNvSpPr>
          <p:nvPr/>
        </p:nvSpPr>
        <p:spPr bwMode="auto">
          <a:xfrm>
            <a:off x="1043608" y="3465004"/>
            <a:ext cx="2217738" cy="2613023"/>
          </a:xfrm>
          <a:prstGeom prst="rect">
            <a:avLst/>
          </a:prstGeom>
          <a:solidFill>
            <a:srgbClr val="EE9512"/>
          </a:solidFill>
          <a:ln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en-US" altLang="zh-CN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/S</a:t>
            </a:r>
            <a:r>
              <a:rPr lang="zh-CN" altLang="en-US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， </a:t>
            </a:r>
            <a:r>
              <a:rPr lang="en-US" altLang="zh-CN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N</a:t>
            </a:r>
            <a:r>
              <a:rPr lang="zh-CN" altLang="en-US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层机构</a:t>
            </a:r>
            <a:endParaRPr lang="en-US" altLang="zh-CN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en-US" altLang="zh-CN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C/S</a:t>
            </a:r>
          </a:p>
          <a:p>
            <a:pPr algn="just" eaLnBrk="1" hangingPunct="1">
              <a:lnSpc>
                <a:spcPct val="130000"/>
              </a:lnSpc>
            </a:pPr>
            <a:r>
              <a:rPr lang="en-US" altLang="zh-CN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OS</a:t>
            </a:r>
          </a:p>
          <a:p>
            <a:pPr algn="just" eaLnBrk="1" hangingPunct="1">
              <a:lnSpc>
                <a:spcPct val="130000"/>
              </a:lnSpc>
            </a:pPr>
            <a:r>
              <a:rPr lang="en-US" altLang="zh-CN" b="1" dirty="0" err="1" smtClean="0">
                <a:latin typeface="华文楷体" panose="02010600040101010101" pitchFamily="2" charset="-122"/>
                <a:ea typeface="华文楷体" panose="02010600040101010101" pitchFamily="2" charset="-122"/>
              </a:rPr>
              <a:t>Dattabase</a:t>
            </a:r>
            <a:endParaRPr lang="en-US" altLang="zh-CN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zh-CN" altLang="en-US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网络</a:t>
            </a:r>
            <a:endParaRPr lang="en-US" altLang="zh-CN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en-US" altLang="zh-CN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….</a:t>
            </a:r>
          </a:p>
          <a:p>
            <a:pPr algn="just" eaLnBrk="1" hangingPunct="1">
              <a:lnSpc>
                <a:spcPct val="130000"/>
              </a:lnSpc>
            </a:pPr>
            <a:endParaRPr lang="zh-CN" altLang="en-US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146" name="矩形 22"/>
          <p:cNvSpPr>
            <a:spLocks noChangeArrowheads="1"/>
          </p:cNvSpPr>
          <p:nvPr/>
        </p:nvSpPr>
        <p:spPr bwMode="auto">
          <a:xfrm>
            <a:off x="5866383" y="3465004"/>
            <a:ext cx="2219325" cy="2653034"/>
          </a:xfrm>
          <a:prstGeom prst="rect">
            <a:avLst/>
          </a:prstGeom>
          <a:solidFill>
            <a:srgbClr val="EE9512"/>
          </a:solidFill>
          <a:ln>
            <a:noFill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30000"/>
              </a:lnSpc>
            </a:pPr>
            <a:r>
              <a:rPr lang="en-US" altLang="zh-CN" sz="1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C</a:t>
            </a:r>
            <a:r>
              <a:rPr lang="zh-CN" altLang="en-US" sz="1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en-US" altLang="zh-CN" sz="1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C++</a:t>
            </a:r>
            <a:r>
              <a:rPr lang="zh-CN" altLang="en-US" sz="1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语言规范</a:t>
            </a:r>
            <a:endParaRPr lang="en-US" altLang="zh-CN" sz="16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en-US" altLang="zh-CN" sz="1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Java</a:t>
            </a:r>
            <a:r>
              <a:rPr lang="zh-CN" altLang="en-US" sz="1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语言规范</a:t>
            </a:r>
            <a:endParaRPr lang="en-US" altLang="zh-CN" sz="16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zh-CN" altLang="en-US" sz="1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变量定义</a:t>
            </a:r>
            <a:endParaRPr lang="en-US" altLang="zh-CN" sz="16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zh-CN" altLang="en-US" sz="1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类</a:t>
            </a:r>
            <a:endParaRPr lang="en-US" altLang="zh-CN" sz="16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zh-CN" altLang="en-US" sz="1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数据结构</a:t>
            </a:r>
            <a:endParaRPr lang="en-US" altLang="zh-CN" sz="16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 eaLnBrk="1" hangingPunct="1">
              <a:lnSpc>
                <a:spcPct val="130000"/>
              </a:lnSpc>
            </a:pPr>
            <a:r>
              <a:rPr lang="en-US" altLang="zh-CN" sz="16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…</a:t>
            </a:r>
          </a:p>
          <a:p>
            <a:pPr algn="just" eaLnBrk="1" hangingPunct="1">
              <a:lnSpc>
                <a:spcPct val="130000"/>
              </a:lnSpc>
            </a:pPr>
            <a:endParaRPr lang="en-US" altLang="zh-CN" sz="16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just" eaLnBrk="1" hangingPunct="1">
              <a:lnSpc>
                <a:spcPct val="130000"/>
              </a:lnSpc>
            </a:pPr>
            <a:endParaRPr lang="en-US" altLang="zh-CN" sz="16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7263" y="1278659"/>
            <a:ext cx="2959614" cy="402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74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395536" y="656692"/>
            <a:ext cx="8280920" cy="5861451"/>
          </a:xfrm>
          <a:prstGeom prst="rect">
            <a:avLst/>
          </a:prstGeom>
          <a:solidFill>
            <a:srgbClr val="EE951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Ins="108000" bIns="90000"/>
          <a:lstStyle/>
          <a:p>
            <a:pPr>
              <a:lnSpc>
                <a:spcPts val="1500"/>
              </a:lnSpc>
            </a:pPr>
            <a:r>
              <a:rPr lang="en-US" altLang="zh-CN" sz="1400" dirty="0"/>
              <a:t>2014-10-06</a:t>
            </a:r>
            <a:r>
              <a:rPr lang="en-US" altLang="zh-CN" sz="1400" u="sng" dirty="0">
                <a:hlinkClick r:id="rId3"/>
              </a:rPr>
              <a:t>Apache </a:t>
            </a:r>
            <a:r>
              <a:rPr lang="en-US" altLang="zh-CN" sz="1400" u="sng" dirty="0" err="1">
                <a:hlinkClick r:id="rId3"/>
              </a:rPr>
              <a:t>mod_cgi</a:t>
            </a:r>
            <a:r>
              <a:rPr lang="en-US" altLang="zh-CN" sz="1400" u="sng" dirty="0">
                <a:hlinkClick r:id="rId3"/>
              </a:rPr>
              <a:t> - Remote Exploit (Shellshock)</a:t>
            </a:r>
            <a:endParaRPr lang="zh-CN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2014-07-21</a:t>
            </a:r>
            <a:r>
              <a:rPr lang="en-US" altLang="zh-CN" sz="1400" u="sng" dirty="0">
                <a:hlinkClick r:id="rId4"/>
              </a:rPr>
              <a:t>Apache 2.4.7 </a:t>
            </a:r>
            <a:r>
              <a:rPr lang="en-US" altLang="zh-CN" sz="1400" u="sng" dirty="0" err="1">
                <a:hlinkClick r:id="rId4"/>
              </a:rPr>
              <a:t>mod_status</a:t>
            </a:r>
            <a:r>
              <a:rPr lang="en-US" altLang="zh-CN" sz="1400" u="sng" dirty="0">
                <a:hlinkClick r:id="rId4"/>
              </a:rPr>
              <a:t> Scoreboard Handling Race Condition</a:t>
            </a:r>
            <a:endParaRPr lang="zh-CN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2014-07-20</a:t>
            </a:r>
            <a:r>
              <a:rPr lang="en-US" altLang="zh-CN" sz="1400" u="sng" dirty="0">
                <a:hlinkClick r:id="rId5"/>
              </a:rPr>
              <a:t>Apache 2.4.x </a:t>
            </a:r>
            <a:r>
              <a:rPr lang="en-US" altLang="zh-CN" sz="1400" u="sng" dirty="0" err="1">
                <a:hlinkClick r:id="rId5"/>
              </a:rPr>
              <a:t>mod_proxy</a:t>
            </a:r>
            <a:r>
              <a:rPr lang="en-US" altLang="zh-CN" sz="1400" u="sng" dirty="0">
                <a:hlinkClick r:id="rId5"/>
              </a:rPr>
              <a:t> </a:t>
            </a:r>
            <a:r>
              <a:rPr lang="en-US" altLang="zh-CN" sz="1400" u="sng" dirty="0" err="1">
                <a:hlinkClick r:id="rId5"/>
              </a:rPr>
              <a:t>拒绝服务攻击</a:t>
            </a:r>
            <a:r>
              <a:rPr lang="en-US" altLang="zh-CN" sz="1400" u="sng" dirty="0">
                <a:hlinkClick r:id="rId5"/>
              </a:rPr>
              <a:t> </a:t>
            </a:r>
            <a:r>
              <a:rPr lang="en-US" altLang="zh-CN" sz="1400" u="sng" dirty="0" err="1">
                <a:hlinkClick r:id="rId5"/>
              </a:rPr>
              <a:t>PoC</a:t>
            </a:r>
            <a:endParaRPr lang="zh-CN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2014-04-17</a:t>
            </a:r>
            <a:r>
              <a:rPr lang="en-US" altLang="zh-CN" sz="1400" u="sng" dirty="0">
                <a:hlinkClick r:id="rId6"/>
              </a:rPr>
              <a:t>Apache </a:t>
            </a:r>
            <a:r>
              <a:rPr lang="en-US" altLang="zh-CN" sz="1400" u="sng" dirty="0" err="1">
                <a:hlinkClick r:id="rId6"/>
              </a:rPr>
              <a:t>Syncope特制Commons</a:t>
            </a:r>
            <a:r>
              <a:rPr lang="en-US" altLang="zh-CN" sz="1400" u="sng" dirty="0">
                <a:hlinkClick r:id="rId6"/>
              </a:rPr>
              <a:t> </a:t>
            </a:r>
            <a:r>
              <a:rPr lang="en-US" altLang="zh-CN" sz="1400" u="sng" dirty="0" err="1">
                <a:hlinkClick r:id="rId6"/>
              </a:rPr>
              <a:t>JEXL表达式远程代码执行漏洞</a:t>
            </a:r>
            <a:endParaRPr lang="zh-CN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2014-04-03</a:t>
            </a:r>
            <a:r>
              <a:rPr lang="en-US" altLang="zh-CN" sz="1400" u="sng" dirty="0">
                <a:hlinkClick r:id="rId7"/>
              </a:rPr>
              <a:t>Apache </a:t>
            </a:r>
            <a:r>
              <a:rPr lang="en-US" altLang="zh-CN" sz="1400" u="sng" dirty="0" err="1">
                <a:hlinkClick r:id="rId7"/>
              </a:rPr>
              <a:t>Xalan</a:t>
            </a:r>
            <a:r>
              <a:rPr lang="en-US" altLang="zh-CN" sz="1400" u="sng" dirty="0">
                <a:hlinkClick r:id="rId7"/>
              </a:rPr>
              <a:t>-Java </a:t>
            </a:r>
            <a:r>
              <a:rPr lang="en-US" altLang="zh-CN" sz="1400" u="sng" dirty="0" err="1">
                <a:hlinkClick r:id="rId7"/>
              </a:rPr>
              <a:t>Library安全绕过漏洞</a:t>
            </a:r>
            <a:endParaRPr lang="zh-CN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2014-03-26</a:t>
            </a:r>
            <a:r>
              <a:rPr lang="en-US" altLang="zh-CN" sz="1400" u="sng" dirty="0">
                <a:hlinkClick r:id="rId8"/>
              </a:rPr>
              <a:t>Apache </a:t>
            </a:r>
            <a:r>
              <a:rPr lang="en-US" altLang="zh-CN" sz="1400" u="sng" dirty="0" err="1">
                <a:hlinkClick r:id="rId8"/>
              </a:rPr>
              <a:t>CouchDB</a:t>
            </a:r>
            <a:r>
              <a:rPr lang="en-US" altLang="zh-CN" sz="1400" u="sng" dirty="0">
                <a:hlinkClick r:id="rId8"/>
              </a:rPr>
              <a:t> </a:t>
            </a:r>
            <a:r>
              <a:rPr lang="en-US" altLang="zh-CN" sz="1400" u="sng" dirty="0" err="1">
                <a:hlinkClick r:id="rId8"/>
              </a:rPr>
              <a:t>UUID远程拒绝服务漏洞</a:t>
            </a:r>
            <a:endParaRPr lang="zh-CN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2014-03-25</a:t>
            </a:r>
            <a:r>
              <a:rPr lang="en-US" altLang="zh-CN" sz="1400" u="sng" dirty="0">
                <a:hlinkClick r:id="rId9"/>
              </a:rPr>
              <a:t>Apache </a:t>
            </a:r>
            <a:r>
              <a:rPr lang="en-US" altLang="zh-CN" sz="1400" u="sng" dirty="0" err="1">
                <a:hlinkClick r:id="rId9"/>
              </a:rPr>
              <a:t>Xalan</a:t>
            </a:r>
            <a:r>
              <a:rPr lang="en-US" altLang="zh-CN" sz="1400" u="sng" dirty="0">
                <a:hlinkClick r:id="rId9"/>
              </a:rPr>
              <a:t>-Java </a:t>
            </a:r>
            <a:r>
              <a:rPr lang="en-US" altLang="zh-CN" sz="1400" u="sng" dirty="0" err="1">
                <a:hlinkClick r:id="rId9"/>
              </a:rPr>
              <a:t>FEATURE_SECURE_PROCESSIN属性处理安全绕过漏洞</a:t>
            </a:r>
            <a:endParaRPr lang="zh-CN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2014-03-17</a:t>
            </a:r>
            <a:r>
              <a:rPr lang="en-US" altLang="zh-CN" sz="1400" u="sng" dirty="0">
                <a:hlinkClick r:id="rId10"/>
              </a:rPr>
              <a:t>Apache HTTP </a:t>
            </a:r>
            <a:r>
              <a:rPr lang="en-US" altLang="zh-CN" sz="1400" u="sng" dirty="0" err="1">
                <a:hlinkClick r:id="rId10"/>
              </a:rPr>
              <a:t>Server多个拒绝服务漏洞</a:t>
            </a:r>
            <a:endParaRPr lang="zh-CN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2014-03-07</a:t>
            </a:r>
            <a:r>
              <a:rPr lang="en-US" altLang="zh-CN" sz="1400" u="sng" dirty="0">
                <a:hlinkClick r:id="rId11"/>
              </a:rPr>
              <a:t>Apache Struts </a:t>
            </a:r>
            <a:r>
              <a:rPr lang="en-US" altLang="zh-CN" sz="1400" u="sng" dirty="0" err="1">
                <a:hlinkClick r:id="rId11"/>
              </a:rPr>
              <a:t>ClassLoader操作漏洞</a:t>
            </a:r>
            <a:endParaRPr lang="zh-CN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2014-03-06</a:t>
            </a:r>
            <a:r>
              <a:rPr lang="en-US" altLang="zh-CN" sz="1400" u="sng" dirty="0">
                <a:hlinkClick r:id="rId12"/>
              </a:rPr>
              <a:t>Apache </a:t>
            </a:r>
            <a:r>
              <a:rPr lang="en-US" altLang="zh-CN" sz="1400" u="sng" dirty="0" err="1">
                <a:hlinkClick r:id="rId12"/>
              </a:rPr>
              <a:t>Cordova文件传输不安全默认值漏洞</a:t>
            </a:r>
            <a:endParaRPr lang="zh-CN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2014-03-03</a:t>
            </a:r>
            <a:r>
              <a:rPr lang="en-US" altLang="zh-CN" sz="1400" u="sng" dirty="0">
                <a:hlinkClick r:id="rId13"/>
              </a:rPr>
              <a:t>Apache Cordova </a:t>
            </a:r>
            <a:r>
              <a:rPr lang="en-US" altLang="zh-CN" sz="1400" u="sng" dirty="0" err="1">
                <a:hlinkClick r:id="rId13"/>
              </a:rPr>
              <a:t>InAppBrowser远程权限提升漏洞</a:t>
            </a:r>
            <a:endParaRPr lang="zh-CN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2014-02-28</a:t>
            </a:r>
            <a:r>
              <a:rPr lang="en-US" altLang="zh-CN" sz="1400" u="sng" dirty="0">
                <a:hlinkClick r:id="rId14"/>
              </a:rPr>
              <a:t>Apache </a:t>
            </a:r>
            <a:r>
              <a:rPr lang="en-US" altLang="zh-CN" sz="1400" u="sng" dirty="0" err="1">
                <a:hlinkClick r:id="rId14"/>
              </a:rPr>
              <a:t>Camel远程代码执行漏洞</a:t>
            </a:r>
            <a:r>
              <a:rPr lang="en-US" altLang="zh-CN" sz="1400" u="sng" dirty="0">
                <a:hlinkClick r:id="rId14"/>
              </a:rPr>
              <a:t>(CVE-2014-0003)</a:t>
            </a:r>
            <a:endParaRPr lang="zh-CN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2014-02-28</a:t>
            </a:r>
            <a:r>
              <a:rPr lang="en-US" altLang="zh-CN" sz="1400" u="sng" dirty="0">
                <a:hlinkClick r:id="rId15"/>
              </a:rPr>
              <a:t>Apache Camel XSLT </a:t>
            </a:r>
            <a:r>
              <a:rPr lang="en-US" altLang="zh-CN" sz="1400" u="sng" dirty="0" err="1">
                <a:hlinkClick r:id="rId15"/>
              </a:rPr>
              <a:t>XML外部实体漏洞</a:t>
            </a:r>
            <a:r>
              <a:rPr lang="en-US" altLang="zh-CN" sz="1400" u="sng" dirty="0">
                <a:hlinkClick r:id="rId15"/>
              </a:rPr>
              <a:t>(CVE-2014-0002)</a:t>
            </a:r>
            <a:endParaRPr lang="zh-CN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2014-02-25</a:t>
            </a:r>
            <a:r>
              <a:rPr lang="en-US" altLang="zh-CN" sz="1400" u="sng" dirty="0">
                <a:hlinkClick r:id="rId16"/>
              </a:rPr>
              <a:t>Apache Tomcat </a:t>
            </a:r>
            <a:r>
              <a:rPr lang="en-US" altLang="zh-CN" sz="1400" u="sng" dirty="0" err="1">
                <a:hlinkClick r:id="rId16"/>
              </a:rPr>
              <a:t>安全限制绕过漏洞</a:t>
            </a:r>
            <a:r>
              <a:rPr lang="en-US" altLang="zh-CN" sz="1400" u="sng" dirty="0">
                <a:hlinkClick r:id="rId16"/>
              </a:rPr>
              <a:t>(CVE-2013-4286)</a:t>
            </a:r>
            <a:endParaRPr lang="zh-CN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2014-02-25</a:t>
            </a:r>
            <a:r>
              <a:rPr lang="en-US" altLang="zh-CN" sz="1400" u="sng" dirty="0">
                <a:hlinkClick r:id="rId17"/>
              </a:rPr>
              <a:t>Apache Tomcat会话固定漏洞（CVE-2014-0033）</a:t>
            </a:r>
            <a:endParaRPr lang="zh-CN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2014-02-25</a:t>
            </a:r>
            <a:r>
              <a:rPr lang="en-US" altLang="zh-CN" sz="1400" u="sng" dirty="0">
                <a:hlinkClick r:id="rId18"/>
              </a:rPr>
              <a:t>Apache TomcatXML外部实体信息泄漏漏洞（CVE-2013-4590）</a:t>
            </a:r>
            <a:endParaRPr lang="zh-CN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2014-02-25</a:t>
            </a:r>
            <a:r>
              <a:rPr lang="en-US" altLang="zh-CN" sz="1400" u="sng" dirty="0">
                <a:hlinkClick r:id="rId19"/>
              </a:rPr>
              <a:t>Apache Tomcat不完整修复信息泄漏漏洞（CVE-2005-2090）</a:t>
            </a:r>
            <a:endParaRPr lang="zh-CN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2014-02-12</a:t>
            </a:r>
            <a:r>
              <a:rPr lang="en-US" altLang="zh-CN" sz="1400" u="sng" dirty="0">
                <a:hlinkClick r:id="rId20"/>
              </a:rPr>
              <a:t>Apache Commons </a:t>
            </a:r>
            <a:r>
              <a:rPr lang="en-US" altLang="zh-CN" sz="1400" u="sng" dirty="0" err="1">
                <a:hlinkClick r:id="rId20"/>
              </a:rPr>
              <a:t>FileUpload</a:t>
            </a:r>
            <a:r>
              <a:rPr lang="en-US" altLang="zh-CN" sz="1400" u="sng" dirty="0">
                <a:hlinkClick r:id="rId20"/>
              </a:rPr>
              <a:t>/Apache </a:t>
            </a:r>
            <a:r>
              <a:rPr lang="en-US" altLang="zh-CN" sz="1400" u="sng" dirty="0" err="1">
                <a:hlinkClick r:id="rId20"/>
              </a:rPr>
              <a:t>Tomcat拒绝服务漏洞</a:t>
            </a:r>
            <a:endParaRPr lang="zh-CN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2014-01-01</a:t>
            </a:r>
            <a:r>
              <a:rPr lang="en-US" altLang="zh-CN" sz="1400" u="sng" dirty="0">
                <a:hlinkClick r:id="rId21"/>
              </a:rPr>
              <a:t>Apache </a:t>
            </a:r>
            <a:r>
              <a:rPr lang="en-US" altLang="zh-CN" sz="1400" u="sng" dirty="0" err="1">
                <a:hlinkClick r:id="rId21"/>
              </a:rPr>
              <a:t>Libcloud</a:t>
            </a:r>
            <a:r>
              <a:rPr lang="en-US" altLang="zh-CN" sz="1400" u="sng" dirty="0">
                <a:hlinkClick r:id="rId21"/>
              </a:rPr>
              <a:t> Digital Ocean </a:t>
            </a:r>
            <a:r>
              <a:rPr lang="en-US" altLang="zh-CN" sz="1400" u="sng" dirty="0" err="1">
                <a:hlinkClick r:id="rId21"/>
              </a:rPr>
              <a:t>API本地信息泄露漏洞</a:t>
            </a:r>
            <a:endParaRPr lang="zh-CN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2013-12-26</a:t>
            </a:r>
            <a:r>
              <a:rPr lang="en-US" altLang="zh-CN" sz="1400" u="sng" dirty="0">
                <a:hlinkClick r:id="rId22"/>
              </a:rPr>
              <a:t>Apache Tomcat </a:t>
            </a:r>
            <a:r>
              <a:rPr lang="en-US" altLang="zh-CN" sz="1400" u="sng" dirty="0" err="1">
                <a:hlinkClick r:id="rId22"/>
              </a:rPr>
              <a:t>不完整修复拒绝服务漏洞</a:t>
            </a:r>
            <a:r>
              <a:rPr lang="en-US" altLang="zh-CN" sz="1400" u="sng" dirty="0">
                <a:hlinkClick r:id="rId22"/>
              </a:rPr>
              <a:t>(CVE-2013-4322)</a:t>
            </a:r>
            <a:endParaRPr lang="zh-CN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2013-09-26</a:t>
            </a:r>
            <a:r>
              <a:rPr lang="en-US" altLang="zh-CN" sz="1400" u="sng" dirty="0">
                <a:hlinkClick r:id="rId23"/>
              </a:rPr>
              <a:t>Apache '</a:t>
            </a:r>
            <a:r>
              <a:rPr lang="en-US" altLang="zh-CN" sz="1400" u="sng" dirty="0" err="1">
                <a:hlinkClick r:id="rId23"/>
              </a:rPr>
              <a:t>mod_accounting'模块SQL注入漏洞</a:t>
            </a:r>
            <a:r>
              <a:rPr lang="en-US" altLang="zh-CN" sz="1400" u="sng" dirty="0">
                <a:hlinkClick r:id="rId23"/>
              </a:rPr>
              <a:t>(CVE-2013-5697)</a:t>
            </a:r>
            <a:endParaRPr lang="zh-CN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2013-08-07</a:t>
            </a:r>
            <a:r>
              <a:rPr lang="en-US" altLang="zh-CN" sz="1400" u="sng" dirty="0">
                <a:hlinkClick r:id="rId24"/>
              </a:rPr>
              <a:t>Apache HTTP Server </a:t>
            </a:r>
            <a:r>
              <a:rPr lang="en-US" altLang="zh-CN" sz="1400" u="sng" dirty="0" err="1">
                <a:hlinkClick r:id="rId24"/>
              </a:rPr>
              <a:t>suEXEC符号链接任意文件访问漏洞</a:t>
            </a:r>
            <a:endParaRPr lang="zh-CN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2013-07-22</a:t>
            </a:r>
            <a:r>
              <a:rPr lang="en-US" altLang="zh-CN" sz="1400" u="sng" dirty="0">
                <a:hlinkClick r:id="rId25"/>
              </a:rPr>
              <a:t>Apache HTTP Server </a:t>
            </a:r>
            <a:r>
              <a:rPr lang="en-US" altLang="zh-CN" sz="1400" u="sng" dirty="0" err="1">
                <a:hlinkClick r:id="rId25"/>
              </a:rPr>
              <a:t>mod_session_dbd</a:t>
            </a:r>
            <a:r>
              <a:rPr lang="en-US" altLang="zh-CN" sz="1400" u="sng" dirty="0">
                <a:hlinkClick r:id="rId25"/>
              </a:rPr>
              <a:t> </a:t>
            </a:r>
            <a:r>
              <a:rPr lang="en-US" altLang="zh-CN" sz="1400" u="sng" dirty="0" err="1">
                <a:hlinkClick r:id="rId25"/>
              </a:rPr>
              <a:t>远程安全漏洞</a:t>
            </a:r>
            <a:r>
              <a:rPr lang="en-US" altLang="zh-CN" sz="1400" u="sng" dirty="0">
                <a:hlinkClick r:id="rId25"/>
              </a:rPr>
              <a:t>(CVE-2013-2249)</a:t>
            </a:r>
            <a:endParaRPr lang="zh-CN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2013-07-17</a:t>
            </a:r>
            <a:r>
              <a:rPr lang="en-US" altLang="zh-CN" sz="1400" u="sng" dirty="0">
                <a:hlinkClick r:id="rId26"/>
              </a:rPr>
              <a:t>Apache HTTP Server </a:t>
            </a:r>
            <a:r>
              <a:rPr lang="en-US" altLang="zh-CN" sz="1400" u="sng" dirty="0" err="1">
                <a:hlinkClick r:id="rId26"/>
              </a:rPr>
              <a:t>mod_dav.c</a:t>
            </a:r>
            <a:r>
              <a:rPr lang="en-US" altLang="zh-CN" sz="1400" u="sng" dirty="0">
                <a:hlinkClick r:id="rId26"/>
              </a:rPr>
              <a:t> </a:t>
            </a:r>
            <a:r>
              <a:rPr lang="en-US" altLang="zh-CN" sz="1400" u="sng" dirty="0" err="1">
                <a:hlinkClick r:id="rId26"/>
              </a:rPr>
              <a:t>拒绝服务漏洞</a:t>
            </a:r>
            <a:r>
              <a:rPr lang="en-US" altLang="zh-CN" sz="1400" u="sng" dirty="0">
                <a:hlinkClick r:id="rId26"/>
              </a:rPr>
              <a:t>(CVE-2013-1896)</a:t>
            </a:r>
            <a:endParaRPr lang="zh-CN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2013-07-09</a:t>
            </a:r>
            <a:r>
              <a:rPr lang="en-US" altLang="zh-CN" sz="1400" u="sng" dirty="0">
                <a:hlinkClick r:id="rId27"/>
              </a:rPr>
              <a:t>Apache </a:t>
            </a:r>
            <a:r>
              <a:rPr lang="en-US" altLang="zh-CN" sz="1400" u="sng" dirty="0" err="1">
                <a:hlinkClick r:id="rId27"/>
              </a:rPr>
              <a:t>CXF多个远程拒绝服务漏洞</a:t>
            </a:r>
            <a:r>
              <a:rPr lang="en-US" altLang="zh-CN" sz="1400" u="sng" dirty="0">
                <a:hlinkClick r:id="rId27"/>
              </a:rPr>
              <a:t>(CVE-2013-2160)</a:t>
            </a:r>
            <a:endParaRPr lang="zh-CN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2013-06-28</a:t>
            </a:r>
            <a:r>
              <a:rPr lang="en-US" altLang="zh-CN" sz="1400" u="sng" dirty="0">
                <a:hlinkClick r:id="rId28"/>
              </a:rPr>
              <a:t>Apache XML </a:t>
            </a:r>
            <a:r>
              <a:rPr lang="en-US" altLang="zh-CN" sz="1400" u="sng" dirty="0" err="1">
                <a:hlinkClick r:id="rId28"/>
              </a:rPr>
              <a:t>Security签名伪造漏洞</a:t>
            </a:r>
            <a:endParaRPr lang="zh-CN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2013-05-13</a:t>
            </a:r>
            <a:r>
              <a:rPr lang="en-US" altLang="zh-CN" sz="1400" u="sng" dirty="0">
                <a:hlinkClick r:id="rId29"/>
              </a:rPr>
              <a:t>Apache HTTP </a:t>
            </a:r>
            <a:r>
              <a:rPr lang="en-US" altLang="zh-CN" sz="1400" u="sng" dirty="0" err="1">
                <a:hlinkClick r:id="rId29"/>
              </a:rPr>
              <a:t>Server日志内终端转义序列命令注入漏洞</a:t>
            </a:r>
            <a:endParaRPr lang="zh-CN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2013-03-22</a:t>
            </a:r>
            <a:r>
              <a:rPr lang="en-US" altLang="zh-CN" sz="1400" u="sng" dirty="0">
                <a:hlinkClick r:id="rId30"/>
              </a:rPr>
              <a:t>Struts 2.3.1.1 </a:t>
            </a:r>
            <a:r>
              <a:rPr lang="en-US" altLang="zh-CN" sz="1400" u="sng" dirty="0" err="1">
                <a:hlinkClick r:id="rId30"/>
              </a:rPr>
              <a:t>命令执行漏洞</a:t>
            </a:r>
            <a:endParaRPr lang="zh-CN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2013-03-06</a:t>
            </a:r>
            <a:r>
              <a:rPr lang="en-US" altLang="zh-CN" sz="1400" u="sng" dirty="0">
                <a:hlinkClick r:id="rId31"/>
              </a:rPr>
              <a:t>Apache Commons </a:t>
            </a:r>
            <a:r>
              <a:rPr lang="en-US" altLang="zh-CN" sz="1400" u="sng" dirty="0" err="1">
                <a:hlinkClick r:id="rId31"/>
              </a:rPr>
              <a:t>FileUpload不安全临时文件创建漏洞</a:t>
            </a:r>
            <a:r>
              <a:rPr lang="en-US" altLang="zh-CN" sz="1400" u="sng" dirty="0">
                <a:hlinkClick r:id="rId31"/>
              </a:rPr>
              <a:t>(CVE-2013-0248)</a:t>
            </a:r>
            <a:endParaRPr lang="zh-CN" altLang="zh-CN" sz="1400" dirty="0"/>
          </a:p>
          <a:p>
            <a:pPr>
              <a:lnSpc>
                <a:spcPts val="1500"/>
              </a:lnSpc>
            </a:pPr>
            <a:r>
              <a:rPr lang="en-US" altLang="zh-CN" sz="1400" dirty="0"/>
              <a:t>2013-02-26</a:t>
            </a:r>
            <a:r>
              <a:rPr lang="en-US" altLang="zh-CN" sz="1400" u="sng" dirty="0">
                <a:hlinkClick r:id="rId32"/>
              </a:rPr>
              <a:t>Apache HTTP Server </a:t>
            </a:r>
            <a:r>
              <a:rPr lang="en-US" altLang="zh-CN" sz="1400" u="sng" dirty="0" err="1">
                <a:hlinkClick r:id="rId32"/>
              </a:rPr>
              <a:t>balancer_handler函数跨站脚本漏洞</a:t>
            </a:r>
            <a:r>
              <a:rPr lang="en-US" altLang="zh-CN" sz="1400" u="sng" dirty="0">
                <a:hlinkClick r:id="rId32"/>
              </a:rPr>
              <a:t>(CVE-2012-4558)</a:t>
            </a:r>
            <a:endParaRPr lang="zh-CN" altLang="zh-CN" sz="1400" dirty="0"/>
          </a:p>
          <a:p>
            <a:r>
              <a:rPr lang="en-US" altLang="zh-CN" sz="1400" dirty="0"/>
              <a:t> </a:t>
            </a:r>
            <a:endParaRPr lang="zh-CN" altLang="zh-CN" sz="1400" dirty="0"/>
          </a:p>
          <a:p>
            <a:pPr algn="just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4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31" name="标题 4"/>
          <p:cNvSpPr>
            <a:spLocks noGrp="1"/>
          </p:cNvSpPr>
          <p:nvPr>
            <p:ph type="title"/>
          </p:nvPr>
        </p:nvSpPr>
        <p:spPr>
          <a:xfrm>
            <a:off x="1007604" y="0"/>
            <a:ext cx="8353425" cy="720725"/>
          </a:xfrm>
        </p:spPr>
        <p:txBody>
          <a:bodyPr/>
          <a:lstStyle/>
          <a:p>
            <a:r>
              <a:rPr lang="zh-CN" altLang="en-US" dirty="0" smtClean="0"/>
              <a:t>开源代码的漏洞举例  </a:t>
            </a:r>
            <a:r>
              <a:rPr lang="en-US" altLang="zh-CN" dirty="0" smtClean="0"/>
              <a:t>- Apache</a:t>
            </a: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985225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1007604" y="1977926"/>
            <a:ext cx="2409812" cy="4079366"/>
          </a:xfrm>
          <a:prstGeom prst="rect">
            <a:avLst/>
          </a:prstGeom>
          <a:solidFill>
            <a:srgbClr val="E9F5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Ins="108000" bIns="90000"/>
          <a:lstStyle/>
          <a:p>
            <a:pPr algn="just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内存：全局数据区、栈、堆（</a:t>
            </a:r>
            <a:r>
              <a:rPr lang="en-US" altLang="zh-CN" sz="1400" dirty="0" err="1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malloc</a:t>
            </a:r>
            <a:r>
              <a:rPr lang="en-US" altLang="zh-CN" sz="1400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)/</a:t>
            </a:r>
            <a:r>
              <a:rPr lang="en-US" altLang="zh-CN" sz="1400" dirty="0" err="1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calloc</a:t>
            </a:r>
            <a:r>
              <a:rPr lang="en-US" altLang="zh-CN" sz="14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– free( ) )</a:t>
            </a:r>
          </a:p>
          <a:p>
            <a:pPr algn="just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1400" dirty="0" smtClea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内存出错主要是数组、指针、内存管理造成的，在内存分配、使用和释放不合理的方法或方式。</a:t>
            </a:r>
            <a:endParaRPr lang="zh-CN" altLang="en-US" sz="14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同侧圆角矩形 12"/>
          <p:cNvSpPr/>
          <p:nvPr/>
        </p:nvSpPr>
        <p:spPr>
          <a:xfrm flipV="1">
            <a:off x="1007604" y="5949282"/>
            <a:ext cx="2409812" cy="180018"/>
          </a:xfrm>
          <a:prstGeom prst="round2SameRect">
            <a:avLst>
              <a:gd name="adj1" fmla="val 11401"/>
              <a:gd name="adj2" fmla="val 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任意多边形 13"/>
          <p:cNvSpPr/>
          <p:nvPr/>
        </p:nvSpPr>
        <p:spPr>
          <a:xfrm>
            <a:off x="1007604" y="1412776"/>
            <a:ext cx="2409812" cy="684076"/>
          </a:xfrm>
          <a:custGeom>
            <a:avLst/>
            <a:gdLst>
              <a:gd name="connsiteX0" fmla="*/ 42907 w 1509486"/>
              <a:gd name="connsiteY0" fmla="*/ 0 h 739837"/>
              <a:gd name="connsiteX1" fmla="*/ 1466579 w 1509486"/>
              <a:gd name="connsiteY1" fmla="*/ 0 h 739837"/>
              <a:gd name="connsiteX2" fmla="*/ 1509486 w 1509486"/>
              <a:gd name="connsiteY2" fmla="*/ 42907 h 739837"/>
              <a:gd name="connsiteX3" fmla="*/ 1509486 w 1509486"/>
              <a:gd name="connsiteY3" fmla="*/ 566058 h 739837"/>
              <a:gd name="connsiteX4" fmla="*/ 827260 w 1509486"/>
              <a:gd name="connsiteY4" fmla="*/ 566058 h 739837"/>
              <a:gd name="connsiteX5" fmla="*/ 754743 w 1509486"/>
              <a:gd name="connsiteY5" fmla="*/ 739837 h 739837"/>
              <a:gd name="connsiteX6" fmla="*/ 682226 w 1509486"/>
              <a:gd name="connsiteY6" fmla="*/ 566058 h 739837"/>
              <a:gd name="connsiteX7" fmla="*/ 0 w 1509486"/>
              <a:gd name="connsiteY7" fmla="*/ 566058 h 739837"/>
              <a:gd name="connsiteX8" fmla="*/ 0 w 1509486"/>
              <a:gd name="connsiteY8" fmla="*/ 42907 h 739837"/>
              <a:gd name="connsiteX9" fmla="*/ 42907 w 1509486"/>
              <a:gd name="connsiteY9" fmla="*/ 0 h 739837"/>
              <a:gd name="connsiteX0" fmla="*/ 42907 w 1509486"/>
              <a:gd name="connsiteY0" fmla="*/ 0 h 677924"/>
              <a:gd name="connsiteX1" fmla="*/ 1466579 w 1509486"/>
              <a:gd name="connsiteY1" fmla="*/ 0 h 677924"/>
              <a:gd name="connsiteX2" fmla="*/ 1509486 w 1509486"/>
              <a:gd name="connsiteY2" fmla="*/ 42907 h 677924"/>
              <a:gd name="connsiteX3" fmla="*/ 1509486 w 1509486"/>
              <a:gd name="connsiteY3" fmla="*/ 566058 h 677924"/>
              <a:gd name="connsiteX4" fmla="*/ 827260 w 1509486"/>
              <a:gd name="connsiteY4" fmla="*/ 566058 h 677924"/>
              <a:gd name="connsiteX5" fmla="*/ 754743 w 1509486"/>
              <a:gd name="connsiteY5" fmla="*/ 677924 h 677924"/>
              <a:gd name="connsiteX6" fmla="*/ 682226 w 1509486"/>
              <a:gd name="connsiteY6" fmla="*/ 566058 h 677924"/>
              <a:gd name="connsiteX7" fmla="*/ 0 w 1509486"/>
              <a:gd name="connsiteY7" fmla="*/ 566058 h 677924"/>
              <a:gd name="connsiteX8" fmla="*/ 0 w 1509486"/>
              <a:gd name="connsiteY8" fmla="*/ 42907 h 677924"/>
              <a:gd name="connsiteX9" fmla="*/ 42907 w 1509486"/>
              <a:gd name="connsiteY9" fmla="*/ 0 h 677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09486" h="677924">
                <a:moveTo>
                  <a:pt x="42907" y="0"/>
                </a:moveTo>
                <a:lnTo>
                  <a:pt x="1466579" y="0"/>
                </a:lnTo>
                <a:cubicBezTo>
                  <a:pt x="1490276" y="0"/>
                  <a:pt x="1509486" y="19210"/>
                  <a:pt x="1509486" y="42907"/>
                </a:cubicBezTo>
                <a:lnTo>
                  <a:pt x="1509486" y="566058"/>
                </a:lnTo>
                <a:lnTo>
                  <a:pt x="827260" y="566058"/>
                </a:lnTo>
                <a:lnTo>
                  <a:pt x="754743" y="677924"/>
                </a:lnTo>
                <a:lnTo>
                  <a:pt x="682226" y="566058"/>
                </a:lnTo>
                <a:lnTo>
                  <a:pt x="0" y="566058"/>
                </a:lnTo>
                <a:lnTo>
                  <a:pt x="0" y="42907"/>
                </a:lnTo>
                <a:cubicBezTo>
                  <a:pt x="0" y="19210"/>
                  <a:pt x="19210" y="0"/>
                  <a:pt x="42907" y="0"/>
                </a:cubicBezTo>
                <a:close/>
              </a:path>
            </a:pathLst>
          </a:cu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80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内存访问错误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635896" y="1977926"/>
            <a:ext cx="2409812" cy="4079366"/>
          </a:xfrm>
          <a:prstGeom prst="rect">
            <a:avLst/>
          </a:prstGeom>
          <a:solidFill>
            <a:srgbClr val="FFF7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Ins="108000" bIns="90000"/>
          <a:lstStyle/>
          <a:p>
            <a:pPr algn="just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约过特定变量边界（内存存储区域），如</a:t>
            </a:r>
            <a:r>
              <a:rPr lang="en-US" altLang="zh-CN" sz="1400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400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</a:t>
            </a:r>
            <a:r>
              <a:rPr lang="en-US" altLang="zh-CN" sz="1400" dirty="0" err="1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srrcpy</a:t>
            </a:r>
            <a:r>
              <a:rPr lang="en-US" altLang="zh-CN" sz="1400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 </a:t>
            </a:r>
            <a:r>
              <a:rPr lang="zh-CN" altLang="en-US" sz="1400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400" dirty="0" err="1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strcat</a:t>
            </a:r>
            <a:r>
              <a:rPr lang="en-US" altLang="zh-CN" sz="1400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</a:t>
            </a:r>
            <a:r>
              <a:rPr lang="zh-CN" altLang="en-US" sz="1400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400" dirty="0" err="1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strcmp</a:t>
            </a:r>
            <a:r>
              <a:rPr lang="zh-CN" altLang="en-US" sz="1400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（）</a:t>
            </a:r>
            <a:endParaRPr lang="zh-CN" altLang="en-US" sz="1400" dirty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同侧圆角矩形 15"/>
          <p:cNvSpPr/>
          <p:nvPr/>
        </p:nvSpPr>
        <p:spPr>
          <a:xfrm flipV="1">
            <a:off x="3635896" y="5943478"/>
            <a:ext cx="2409812" cy="149818"/>
          </a:xfrm>
          <a:prstGeom prst="round2SameRect">
            <a:avLst>
              <a:gd name="adj1" fmla="val 11401"/>
              <a:gd name="adj2" fmla="val 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80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任意多边形 16"/>
          <p:cNvSpPr/>
          <p:nvPr/>
        </p:nvSpPr>
        <p:spPr>
          <a:xfrm>
            <a:off x="3635896" y="1412776"/>
            <a:ext cx="2409812" cy="684076"/>
          </a:xfrm>
          <a:custGeom>
            <a:avLst/>
            <a:gdLst>
              <a:gd name="connsiteX0" fmla="*/ 42907 w 1509486"/>
              <a:gd name="connsiteY0" fmla="*/ 0 h 739837"/>
              <a:gd name="connsiteX1" fmla="*/ 1466579 w 1509486"/>
              <a:gd name="connsiteY1" fmla="*/ 0 h 739837"/>
              <a:gd name="connsiteX2" fmla="*/ 1509486 w 1509486"/>
              <a:gd name="connsiteY2" fmla="*/ 42907 h 739837"/>
              <a:gd name="connsiteX3" fmla="*/ 1509486 w 1509486"/>
              <a:gd name="connsiteY3" fmla="*/ 566058 h 739837"/>
              <a:gd name="connsiteX4" fmla="*/ 827260 w 1509486"/>
              <a:gd name="connsiteY4" fmla="*/ 566058 h 739837"/>
              <a:gd name="connsiteX5" fmla="*/ 754743 w 1509486"/>
              <a:gd name="connsiteY5" fmla="*/ 739837 h 739837"/>
              <a:gd name="connsiteX6" fmla="*/ 682226 w 1509486"/>
              <a:gd name="connsiteY6" fmla="*/ 566058 h 739837"/>
              <a:gd name="connsiteX7" fmla="*/ 0 w 1509486"/>
              <a:gd name="connsiteY7" fmla="*/ 566058 h 739837"/>
              <a:gd name="connsiteX8" fmla="*/ 0 w 1509486"/>
              <a:gd name="connsiteY8" fmla="*/ 42907 h 739837"/>
              <a:gd name="connsiteX9" fmla="*/ 42907 w 1509486"/>
              <a:gd name="connsiteY9" fmla="*/ 0 h 739837"/>
              <a:gd name="connsiteX0" fmla="*/ 42907 w 1509486"/>
              <a:gd name="connsiteY0" fmla="*/ 0 h 677924"/>
              <a:gd name="connsiteX1" fmla="*/ 1466579 w 1509486"/>
              <a:gd name="connsiteY1" fmla="*/ 0 h 677924"/>
              <a:gd name="connsiteX2" fmla="*/ 1509486 w 1509486"/>
              <a:gd name="connsiteY2" fmla="*/ 42907 h 677924"/>
              <a:gd name="connsiteX3" fmla="*/ 1509486 w 1509486"/>
              <a:gd name="connsiteY3" fmla="*/ 566058 h 677924"/>
              <a:gd name="connsiteX4" fmla="*/ 827260 w 1509486"/>
              <a:gd name="connsiteY4" fmla="*/ 566058 h 677924"/>
              <a:gd name="connsiteX5" fmla="*/ 754743 w 1509486"/>
              <a:gd name="connsiteY5" fmla="*/ 677924 h 677924"/>
              <a:gd name="connsiteX6" fmla="*/ 682226 w 1509486"/>
              <a:gd name="connsiteY6" fmla="*/ 566058 h 677924"/>
              <a:gd name="connsiteX7" fmla="*/ 0 w 1509486"/>
              <a:gd name="connsiteY7" fmla="*/ 566058 h 677924"/>
              <a:gd name="connsiteX8" fmla="*/ 0 w 1509486"/>
              <a:gd name="connsiteY8" fmla="*/ 42907 h 677924"/>
              <a:gd name="connsiteX9" fmla="*/ 42907 w 1509486"/>
              <a:gd name="connsiteY9" fmla="*/ 0 h 677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09486" h="677924">
                <a:moveTo>
                  <a:pt x="42907" y="0"/>
                </a:moveTo>
                <a:lnTo>
                  <a:pt x="1466579" y="0"/>
                </a:lnTo>
                <a:cubicBezTo>
                  <a:pt x="1490276" y="0"/>
                  <a:pt x="1509486" y="19210"/>
                  <a:pt x="1509486" y="42907"/>
                </a:cubicBezTo>
                <a:lnTo>
                  <a:pt x="1509486" y="566058"/>
                </a:lnTo>
                <a:lnTo>
                  <a:pt x="827260" y="566058"/>
                </a:lnTo>
                <a:lnTo>
                  <a:pt x="754743" y="677924"/>
                </a:lnTo>
                <a:lnTo>
                  <a:pt x="682226" y="566058"/>
                </a:lnTo>
                <a:lnTo>
                  <a:pt x="0" y="566058"/>
                </a:lnTo>
                <a:lnTo>
                  <a:pt x="0" y="42907"/>
                </a:lnTo>
                <a:cubicBezTo>
                  <a:pt x="0" y="19210"/>
                  <a:pt x="19210" y="0"/>
                  <a:pt x="42907" y="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80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缓冲区溢出错误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266644" y="1977926"/>
            <a:ext cx="2409812" cy="4223382"/>
          </a:xfrm>
          <a:prstGeom prst="rect">
            <a:avLst/>
          </a:prstGeom>
          <a:solidFill>
            <a:srgbClr val="DD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80000" rIns="108000" bIns="90000"/>
          <a:lstStyle/>
          <a:p>
            <a:pPr algn="just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指针的灵活但也导致了潜在复杂的安全隐患。</a:t>
            </a:r>
            <a:endParaRPr lang="en-US" altLang="zh-CN" sz="1400" dirty="0" smtClea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 err="1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Typedef</a:t>
            </a:r>
            <a:r>
              <a:rPr lang="en-US" altLang="zh-CN" sz="1400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char *pointer;</a:t>
            </a:r>
          </a:p>
          <a:p>
            <a:pPr algn="just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en-US" altLang="zh-CN" sz="1400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ointer p1;</a:t>
            </a:r>
          </a:p>
          <a:p>
            <a:pPr algn="just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pointer p2</a:t>
            </a:r>
          </a:p>
          <a:p>
            <a:pPr algn="just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</a:p>
          <a:p>
            <a:pPr algn="just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 err="1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strcpy</a:t>
            </a:r>
            <a:r>
              <a:rPr lang="en-US" altLang="zh-CN" sz="1400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(p2, p1)  </a:t>
            </a:r>
          </a:p>
          <a:p>
            <a:pPr algn="just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rgbClr val="4D4D4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你可以复制或重新任何潜在的位置</a:t>
            </a:r>
            <a:endParaRPr lang="en-US" altLang="zh-CN" sz="1400" dirty="0" smtClean="0">
              <a:solidFill>
                <a:srgbClr val="4D4D4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同侧圆角矩形 19"/>
          <p:cNvSpPr/>
          <p:nvPr/>
        </p:nvSpPr>
        <p:spPr>
          <a:xfrm flipV="1">
            <a:off x="6266644" y="5985285"/>
            <a:ext cx="2409812" cy="144015"/>
          </a:xfrm>
          <a:prstGeom prst="round2SameRect">
            <a:avLst>
              <a:gd name="adj1" fmla="val 11401"/>
              <a:gd name="adj2" fmla="val 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任意多边形 21"/>
          <p:cNvSpPr/>
          <p:nvPr/>
        </p:nvSpPr>
        <p:spPr>
          <a:xfrm>
            <a:off x="6266644" y="1412776"/>
            <a:ext cx="2409812" cy="684076"/>
          </a:xfrm>
          <a:custGeom>
            <a:avLst/>
            <a:gdLst>
              <a:gd name="connsiteX0" fmla="*/ 42907 w 1509486"/>
              <a:gd name="connsiteY0" fmla="*/ 0 h 739837"/>
              <a:gd name="connsiteX1" fmla="*/ 1466579 w 1509486"/>
              <a:gd name="connsiteY1" fmla="*/ 0 h 739837"/>
              <a:gd name="connsiteX2" fmla="*/ 1509486 w 1509486"/>
              <a:gd name="connsiteY2" fmla="*/ 42907 h 739837"/>
              <a:gd name="connsiteX3" fmla="*/ 1509486 w 1509486"/>
              <a:gd name="connsiteY3" fmla="*/ 566058 h 739837"/>
              <a:gd name="connsiteX4" fmla="*/ 827260 w 1509486"/>
              <a:gd name="connsiteY4" fmla="*/ 566058 h 739837"/>
              <a:gd name="connsiteX5" fmla="*/ 754743 w 1509486"/>
              <a:gd name="connsiteY5" fmla="*/ 739837 h 739837"/>
              <a:gd name="connsiteX6" fmla="*/ 682226 w 1509486"/>
              <a:gd name="connsiteY6" fmla="*/ 566058 h 739837"/>
              <a:gd name="connsiteX7" fmla="*/ 0 w 1509486"/>
              <a:gd name="connsiteY7" fmla="*/ 566058 h 739837"/>
              <a:gd name="connsiteX8" fmla="*/ 0 w 1509486"/>
              <a:gd name="connsiteY8" fmla="*/ 42907 h 739837"/>
              <a:gd name="connsiteX9" fmla="*/ 42907 w 1509486"/>
              <a:gd name="connsiteY9" fmla="*/ 0 h 739837"/>
              <a:gd name="connsiteX0" fmla="*/ 42907 w 1509486"/>
              <a:gd name="connsiteY0" fmla="*/ 0 h 677924"/>
              <a:gd name="connsiteX1" fmla="*/ 1466579 w 1509486"/>
              <a:gd name="connsiteY1" fmla="*/ 0 h 677924"/>
              <a:gd name="connsiteX2" fmla="*/ 1509486 w 1509486"/>
              <a:gd name="connsiteY2" fmla="*/ 42907 h 677924"/>
              <a:gd name="connsiteX3" fmla="*/ 1509486 w 1509486"/>
              <a:gd name="connsiteY3" fmla="*/ 566058 h 677924"/>
              <a:gd name="connsiteX4" fmla="*/ 827260 w 1509486"/>
              <a:gd name="connsiteY4" fmla="*/ 566058 h 677924"/>
              <a:gd name="connsiteX5" fmla="*/ 754743 w 1509486"/>
              <a:gd name="connsiteY5" fmla="*/ 677924 h 677924"/>
              <a:gd name="connsiteX6" fmla="*/ 682226 w 1509486"/>
              <a:gd name="connsiteY6" fmla="*/ 566058 h 677924"/>
              <a:gd name="connsiteX7" fmla="*/ 0 w 1509486"/>
              <a:gd name="connsiteY7" fmla="*/ 566058 h 677924"/>
              <a:gd name="connsiteX8" fmla="*/ 0 w 1509486"/>
              <a:gd name="connsiteY8" fmla="*/ 42907 h 677924"/>
              <a:gd name="connsiteX9" fmla="*/ 42907 w 1509486"/>
              <a:gd name="connsiteY9" fmla="*/ 0 h 677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09486" h="677924">
                <a:moveTo>
                  <a:pt x="42907" y="0"/>
                </a:moveTo>
                <a:lnTo>
                  <a:pt x="1466579" y="0"/>
                </a:lnTo>
                <a:cubicBezTo>
                  <a:pt x="1490276" y="0"/>
                  <a:pt x="1509486" y="19210"/>
                  <a:pt x="1509486" y="42907"/>
                </a:cubicBezTo>
                <a:lnTo>
                  <a:pt x="1509486" y="566058"/>
                </a:lnTo>
                <a:lnTo>
                  <a:pt x="827260" y="566058"/>
                </a:lnTo>
                <a:lnTo>
                  <a:pt x="754743" y="677924"/>
                </a:lnTo>
                <a:lnTo>
                  <a:pt x="682226" y="566058"/>
                </a:lnTo>
                <a:lnTo>
                  <a:pt x="0" y="566058"/>
                </a:lnTo>
                <a:lnTo>
                  <a:pt x="0" y="42907"/>
                </a:lnTo>
                <a:cubicBezTo>
                  <a:pt x="0" y="19210"/>
                  <a:pt x="19210" y="0"/>
                  <a:pt x="42907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8000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指针引用</a:t>
            </a:r>
            <a:endParaRPr lang="zh-CN" altLang="en-US" sz="1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31" name="标题 4"/>
          <p:cNvSpPr>
            <a:spLocks noGrp="1"/>
          </p:cNvSpPr>
          <p:nvPr>
            <p:ph type="title"/>
          </p:nvPr>
        </p:nvSpPr>
        <p:spPr>
          <a:xfrm>
            <a:off x="1128712" y="0"/>
            <a:ext cx="8353425" cy="720725"/>
          </a:xfrm>
        </p:spPr>
        <p:txBody>
          <a:bodyPr/>
          <a:lstStyle/>
          <a:p>
            <a:r>
              <a:rPr lang="en-US" altLang="zh-CN" dirty="0" smtClean="0"/>
              <a:t>C</a:t>
            </a:r>
            <a:r>
              <a:rPr lang="zh-CN" altLang="en-US" dirty="0" smtClean="0"/>
              <a:t>源代码审计</a:t>
            </a:r>
          </a:p>
        </p:txBody>
      </p:sp>
    </p:spTree>
    <p:extLst>
      <p:ext uri="{BB962C8B-B14F-4D97-AF65-F5344CB8AC3E}">
        <p14:creationId xmlns:p14="http://schemas.microsoft.com/office/powerpoint/2010/main" val="2339471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/>
        </p:nvSpPr>
        <p:spPr>
          <a:xfrm>
            <a:off x="0" y="11113"/>
            <a:ext cx="9144000" cy="1524000"/>
          </a:xfrm>
          <a:custGeom>
            <a:avLst/>
            <a:gdLst>
              <a:gd name="connsiteX0" fmla="*/ 0 w 4876800"/>
              <a:gd name="connsiteY0" fmla="*/ 35169 h 1524034"/>
              <a:gd name="connsiteX1" fmla="*/ 2708031 w 4876800"/>
              <a:gd name="connsiteY1" fmla="*/ 1524000 h 1524034"/>
              <a:gd name="connsiteX2" fmla="*/ 4876800 w 4876800"/>
              <a:gd name="connsiteY2" fmla="*/ 0 h 1524034"/>
              <a:gd name="connsiteX0" fmla="*/ 0 w 5017477"/>
              <a:gd name="connsiteY0" fmla="*/ 0 h 1524000"/>
              <a:gd name="connsiteX1" fmla="*/ 2848708 w 5017477"/>
              <a:gd name="connsiteY1" fmla="*/ 1524000 h 1524000"/>
              <a:gd name="connsiteX2" fmla="*/ 5017477 w 5017477"/>
              <a:gd name="connsiteY2" fmla="*/ 0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17477" h="1524000">
                <a:moveTo>
                  <a:pt x="0" y="0"/>
                </a:moveTo>
                <a:cubicBezTo>
                  <a:pt x="947615" y="747346"/>
                  <a:pt x="2012462" y="1524000"/>
                  <a:pt x="2848708" y="1524000"/>
                </a:cubicBezTo>
                <a:cubicBezTo>
                  <a:pt x="3684954" y="1524000"/>
                  <a:pt x="4859216" y="220785"/>
                  <a:pt x="5017477" y="0"/>
                </a:cubicBezTo>
              </a:path>
            </a:pathLst>
          </a:custGeom>
          <a:noFill/>
          <a:ln w="76200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 rot="20475922">
            <a:off x="6180048" y="421108"/>
            <a:ext cx="1788292" cy="2238252"/>
          </a:xfrm>
          <a:prstGeom prst="rect">
            <a:avLst/>
          </a:prstGeo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b="236"/>
            </a:stretch>
          </a:blipFill>
          <a:ln w="76200">
            <a:solidFill>
              <a:srgbClr val="FFFFFF"/>
            </a:solidFill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455989" y="765175"/>
            <a:ext cx="1784350" cy="2195773"/>
          </a:xfrm>
          <a:prstGeom prst="rect">
            <a:avLst/>
          </a:prstGeom>
          <a:blipFill dpi="0" rotWithShape="1"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76200">
            <a:solidFill>
              <a:srgbClr val="FFFFFF"/>
            </a:solidFill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 rot="412486">
            <a:off x="828095" y="310830"/>
            <a:ext cx="2056070" cy="2355511"/>
          </a:xfrm>
          <a:prstGeom prst="rect">
            <a:avLst/>
          </a:prstGeom>
          <a:blipFill dpi="0" rotWithShape="1"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b="329"/>
            </a:stretch>
          </a:blipFill>
          <a:ln w="76200">
            <a:solidFill>
              <a:srgbClr val="FFFFFF"/>
            </a:solidFill>
            <a:miter lim="8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0" y="5148263"/>
            <a:ext cx="9144000" cy="46037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7" name="TextBox 14"/>
          <p:cNvSpPr txBox="1"/>
          <p:nvPr/>
        </p:nvSpPr>
        <p:spPr>
          <a:xfrm>
            <a:off x="936716" y="3609019"/>
            <a:ext cx="8063775" cy="1585281"/>
          </a:xfrm>
          <a:prstGeom prst="rect">
            <a:avLst/>
          </a:prstGeom>
          <a:noFill/>
        </p:spPr>
        <p:txBody>
          <a:bodyPr anchor="ctr"/>
          <a:lstStyle/>
          <a:p>
            <a:pPr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dirty="0" smtClean="0">
                <a:solidFill>
                  <a:srgbClr val="494949"/>
                </a:solidFill>
                <a:latin typeface="微软雅黑" pitchFamily="34" charset="-122"/>
              </a:rPr>
              <a:t>恶意代码的引入，如</a:t>
            </a:r>
            <a:r>
              <a:rPr lang="en-US" altLang="zh-CN" sz="1400" dirty="0" err="1" smtClean="0">
                <a:solidFill>
                  <a:srgbClr val="494949"/>
                </a:solidFill>
                <a:latin typeface="微软雅黑" pitchFamily="34" charset="-122"/>
              </a:rPr>
              <a:t>timer_handle</a:t>
            </a:r>
            <a:r>
              <a:rPr lang="en-US" altLang="zh-CN" sz="1400" dirty="0" smtClean="0">
                <a:solidFill>
                  <a:srgbClr val="494949"/>
                </a:solidFill>
                <a:latin typeface="微软雅黑" pitchFamily="34" charset="-122"/>
              </a:rPr>
              <a:t>(  ) {</a:t>
            </a:r>
          </a:p>
          <a:p>
            <a:pPr lvl="1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rgbClr val="494949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 dirty="0" smtClean="0">
                <a:solidFill>
                  <a:srgbClr val="494949"/>
                </a:solidFill>
                <a:latin typeface="微软雅黑" pitchFamily="34" charset="-122"/>
                <a:ea typeface="微软雅黑" pitchFamily="34" charset="-122"/>
              </a:rPr>
              <a:t>                            </a:t>
            </a:r>
            <a:r>
              <a:rPr lang="en-US" altLang="zh-CN" sz="1400" dirty="0" err="1" smtClean="0">
                <a:solidFill>
                  <a:srgbClr val="494949"/>
                </a:solidFill>
                <a:latin typeface="微软雅黑" pitchFamily="34" charset="-122"/>
                <a:ea typeface="微软雅黑" pitchFamily="34" charset="-122"/>
              </a:rPr>
              <a:t>open_tcpip_port</a:t>
            </a:r>
            <a:r>
              <a:rPr lang="en-US" altLang="zh-CN" sz="1400" dirty="0" smtClean="0">
                <a:solidFill>
                  <a:srgbClr val="494949"/>
                </a:solidFill>
                <a:latin typeface="微软雅黑" pitchFamily="34" charset="-122"/>
                <a:ea typeface="微软雅黑" pitchFamily="34" charset="-122"/>
              </a:rPr>
              <a:t>( );</a:t>
            </a:r>
          </a:p>
          <a:p>
            <a:pPr lvl="2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rgbClr val="494949"/>
                </a:solidFill>
                <a:latin typeface="微软雅黑" pitchFamily="34" charset="-122"/>
              </a:rPr>
              <a:t>	 </a:t>
            </a:r>
            <a:r>
              <a:rPr lang="en-US" altLang="zh-CN" sz="1400" dirty="0" smtClean="0">
                <a:solidFill>
                  <a:srgbClr val="494949"/>
                </a:solidFill>
                <a:latin typeface="微软雅黑" pitchFamily="34" charset="-122"/>
              </a:rPr>
              <a:t>  </a:t>
            </a:r>
            <a:r>
              <a:rPr lang="en-US" altLang="zh-CN" sz="1400" dirty="0" err="1" smtClean="0">
                <a:solidFill>
                  <a:srgbClr val="494949"/>
                </a:solidFill>
                <a:latin typeface="微软雅黑" pitchFamily="34" charset="-122"/>
              </a:rPr>
              <a:t>send_rcv</a:t>
            </a:r>
            <a:r>
              <a:rPr lang="en-US" altLang="zh-CN" sz="1400" dirty="0" smtClean="0">
                <a:solidFill>
                  <a:srgbClr val="494949"/>
                </a:solidFill>
                <a:latin typeface="微软雅黑" pitchFamily="34" charset="-122"/>
              </a:rPr>
              <a:t>( );</a:t>
            </a:r>
          </a:p>
          <a:p>
            <a:pPr lvl="2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rgbClr val="494949"/>
                </a:solidFill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sz="1400" dirty="0">
                <a:solidFill>
                  <a:srgbClr val="494949"/>
                </a:solidFill>
                <a:latin typeface="微软雅黑" pitchFamily="34" charset="-122"/>
              </a:rPr>
              <a:t> </a:t>
            </a:r>
            <a:r>
              <a:rPr lang="en-US" altLang="zh-CN" sz="1400" dirty="0" smtClean="0">
                <a:solidFill>
                  <a:srgbClr val="494949"/>
                </a:solidFill>
                <a:latin typeface="微软雅黑" pitchFamily="34" charset="-122"/>
              </a:rPr>
              <a:t>  </a:t>
            </a:r>
            <a:r>
              <a:rPr lang="en-US" altLang="zh-CN" sz="1400" dirty="0" err="1" smtClean="0">
                <a:solidFill>
                  <a:srgbClr val="494949"/>
                </a:solidFill>
                <a:latin typeface="微软雅黑" pitchFamily="34" charset="-122"/>
              </a:rPr>
              <a:t>do_event</a:t>
            </a:r>
            <a:r>
              <a:rPr lang="en-US" altLang="zh-CN" sz="1400" dirty="0" smtClean="0">
                <a:solidFill>
                  <a:srgbClr val="494949"/>
                </a:solidFill>
                <a:latin typeface="微软雅黑" pitchFamily="34" charset="-122"/>
              </a:rPr>
              <a:t>( );</a:t>
            </a:r>
          </a:p>
          <a:p>
            <a:pPr lvl="1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rgbClr val="494949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400" dirty="0" smtClean="0">
                <a:solidFill>
                  <a:srgbClr val="494949"/>
                </a:solidFill>
                <a:latin typeface="微软雅黑" pitchFamily="34" charset="-122"/>
                <a:ea typeface="微软雅黑" pitchFamily="34" charset="-122"/>
              </a:rPr>
              <a:t>                            </a:t>
            </a:r>
            <a:r>
              <a:rPr lang="en-US" altLang="zh-CN" sz="1400" dirty="0" err="1" smtClean="0">
                <a:solidFill>
                  <a:srgbClr val="494949"/>
                </a:solidFill>
                <a:latin typeface="微软雅黑" pitchFamily="34" charset="-122"/>
                <a:ea typeface="微软雅黑" pitchFamily="34" charset="-122"/>
              </a:rPr>
              <a:t>close_tcpip_port</a:t>
            </a:r>
            <a:r>
              <a:rPr lang="en-US" altLang="zh-CN" sz="1400" dirty="0" smtClean="0">
                <a:solidFill>
                  <a:srgbClr val="494949"/>
                </a:solidFill>
                <a:latin typeface="微软雅黑" pitchFamily="34" charset="-122"/>
                <a:ea typeface="微软雅黑" pitchFamily="34" charset="-122"/>
              </a:rPr>
              <a:t>( )</a:t>
            </a:r>
          </a:p>
          <a:p>
            <a:pPr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400" dirty="0">
                <a:solidFill>
                  <a:srgbClr val="494949"/>
                </a:solidFill>
                <a:latin typeface="微软雅黑" pitchFamily="34" charset="-122"/>
              </a:rPr>
              <a:t> </a:t>
            </a:r>
            <a:r>
              <a:rPr lang="en-US" altLang="zh-CN" sz="1400" dirty="0" smtClean="0">
                <a:solidFill>
                  <a:srgbClr val="494949"/>
                </a:solidFill>
                <a:latin typeface="微软雅黑" pitchFamily="34" charset="-122"/>
              </a:rPr>
              <a:t>                            |</a:t>
            </a:r>
            <a:r>
              <a:rPr lang="zh-CN" altLang="en-US" sz="1400" dirty="0" smtClean="0">
                <a:solidFill>
                  <a:srgbClr val="494949"/>
                </a:solidFill>
                <a:latin typeface="微软雅黑" pitchFamily="34" charset="-122"/>
                <a:ea typeface="微软雅黑" pitchFamily="34" charset="-122"/>
              </a:rPr>
              <a:t>。</a:t>
            </a:r>
            <a:endParaRPr lang="zh-CN" altLang="en-US" sz="1400" dirty="0">
              <a:solidFill>
                <a:srgbClr val="49494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52500" y="5426074"/>
            <a:ext cx="5851748" cy="811237"/>
          </a:xfrm>
          <a:prstGeom prst="rect">
            <a:avLst/>
          </a:prstGeom>
          <a:noFill/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800" dirty="0" smtClean="0">
                <a:solidFill>
                  <a:srgbClr val="262626"/>
                </a:solidFill>
                <a:latin typeface="微软雅黑" pitchFamily="34" charset="-122"/>
              </a:rPr>
              <a:t>内部开发人员的恶意代码</a:t>
            </a:r>
            <a:endParaRPr lang="zh-CN" altLang="en-US" sz="2800" dirty="0">
              <a:solidFill>
                <a:srgbClr val="262626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75919828"/>
      </p:ext>
    </p:extLst>
  </p:cSld>
  <p:clrMapOvr>
    <a:masterClrMapping/>
  </p:clrMapOvr>
  <p:transition spd="slow" advClick="0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对角圆角矩形 6"/>
          <p:cNvSpPr/>
          <p:nvPr/>
        </p:nvSpPr>
        <p:spPr bwMode="auto">
          <a:xfrm>
            <a:off x="1498600" y="2771775"/>
            <a:ext cx="1568450" cy="121920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E4F4EC"/>
          </a:solidFill>
          <a:ln w="9525">
            <a:miter lim="800000"/>
            <a:headEnd/>
            <a:tailEnd/>
          </a:ln>
        </p:spPr>
        <p:txBody>
          <a:bodyPr lIns="0" tIns="0" rIns="0" bIns="144000" anchor="ctr">
            <a:flatTx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defRPr/>
            </a:pPr>
            <a:endParaRPr lang="zh-CN" altLang="en-US" sz="4400" dirty="0">
              <a:solidFill>
                <a:srgbClr val="FFFFFF"/>
              </a:solidFill>
              <a:latin typeface="Berlin Sans FB" panose="020E0602020502020306" pitchFamily="34" charset="0"/>
              <a:ea typeface="微软雅黑" panose="020B0503020204020204" pitchFamily="34" charset="-122"/>
              <a:cs typeface="Verdana" panose="020B0604030504040204" pitchFamily="34" charset="0"/>
            </a:endParaRPr>
          </a:p>
        </p:txBody>
      </p:sp>
      <p:sp>
        <p:nvSpPr>
          <p:cNvPr id="6" name="对角圆角矩形 5"/>
          <p:cNvSpPr/>
          <p:nvPr/>
        </p:nvSpPr>
        <p:spPr bwMode="auto">
          <a:xfrm>
            <a:off x="1454150" y="2714625"/>
            <a:ext cx="1568450" cy="121920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B1E1C9"/>
          </a:solidFill>
          <a:ln w="9525">
            <a:miter lim="800000"/>
            <a:headEnd/>
            <a:tailEnd/>
          </a:ln>
        </p:spPr>
        <p:txBody>
          <a:bodyPr lIns="0" tIns="0" rIns="0" bIns="144000" anchor="ctr">
            <a:flatTx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defRPr/>
            </a:pPr>
            <a:endParaRPr lang="zh-CN" altLang="en-US" sz="4400" dirty="0">
              <a:solidFill>
                <a:srgbClr val="FFFFFF"/>
              </a:solidFill>
              <a:latin typeface="Berlin Sans FB" panose="020E0602020502020306" pitchFamily="34" charset="0"/>
              <a:ea typeface="微软雅黑" panose="020B0503020204020204" pitchFamily="34" charset="-122"/>
              <a:cs typeface="Verdana" panose="020B0604030504040204" pitchFamily="34" charset="0"/>
            </a:endParaRPr>
          </a:p>
        </p:txBody>
      </p:sp>
      <p:sp>
        <p:nvSpPr>
          <p:cNvPr id="3" name="对角圆角矩形 2"/>
          <p:cNvSpPr/>
          <p:nvPr/>
        </p:nvSpPr>
        <p:spPr bwMode="auto">
          <a:xfrm>
            <a:off x="1403350" y="2651125"/>
            <a:ext cx="1568450" cy="121920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64C494"/>
          </a:solidFill>
          <a:ln w="9525">
            <a:miter lim="800000"/>
            <a:headEnd/>
            <a:tailEnd/>
          </a:ln>
        </p:spPr>
        <p:txBody>
          <a:bodyPr lIns="0" tIns="0" rIns="0" bIns="144000" anchor="ctr">
            <a:flatTx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3200" dirty="0" smtClean="0">
                <a:solidFill>
                  <a:srgbClr val="FFFFFF"/>
                </a:solidFill>
                <a:latin typeface="Berlin Sans FB" panose="020E0602020502020306" pitchFamily="34" charset="0"/>
                <a:ea typeface="微软雅黑" panose="020B0503020204020204" pitchFamily="34" charset="-122"/>
                <a:cs typeface="Verdana" panose="020B0604030504040204" pitchFamily="34" charset="0"/>
              </a:rPr>
              <a:t>设计审核</a:t>
            </a:r>
            <a:endParaRPr lang="zh-CN" altLang="en-US" sz="3200" dirty="0">
              <a:solidFill>
                <a:srgbClr val="FFFFFF"/>
              </a:solidFill>
              <a:latin typeface="Berlin Sans FB" panose="020E0602020502020306" pitchFamily="34" charset="0"/>
              <a:ea typeface="微软雅黑" panose="020B0503020204020204" pitchFamily="34" charset="-122"/>
              <a:cs typeface="Verdana" panose="020B0604030504040204" pitchFamily="34" charset="0"/>
            </a:endParaRPr>
          </a:p>
        </p:txBody>
      </p:sp>
      <p:sp>
        <p:nvSpPr>
          <p:cNvPr id="8" name="对角圆角矩形 7"/>
          <p:cNvSpPr/>
          <p:nvPr/>
        </p:nvSpPr>
        <p:spPr bwMode="auto">
          <a:xfrm>
            <a:off x="3836988" y="2771775"/>
            <a:ext cx="1568450" cy="121920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FFF6D9"/>
          </a:solidFill>
          <a:ln w="9525">
            <a:miter lim="800000"/>
            <a:headEnd/>
            <a:tailEnd/>
          </a:ln>
        </p:spPr>
        <p:txBody>
          <a:bodyPr lIns="0" tIns="0" rIns="0" bIns="144000" anchor="ctr">
            <a:flatTx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defRPr/>
            </a:pPr>
            <a:endParaRPr lang="zh-CN" altLang="en-US" sz="4400" dirty="0">
              <a:solidFill>
                <a:srgbClr val="FFFFFF"/>
              </a:solidFill>
              <a:latin typeface="Berlin Sans FB" panose="020E0602020502020306" pitchFamily="34" charset="0"/>
              <a:ea typeface="微软雅黑" panose="020B0503020204020204" pitchFamily="34" charset="-122"/>
              <a:cs typeface="Verdana" panose="020B0604030504040204" pitchFamily="34" charset="0"/>
            </a:endParaRPr>
          </a:p>
        </p:txBody>
      </p:sp>
      <p:sp>
        <p:nvSpPr>
          <p:cNvPr id="9" name="对角圆角矩形 8"/>
          <p:cNvSpPr/>
          <p:nvPr/>
        </p:nvSpPr>
        <p:spPr bwMode="auto">
          <a:xfrm>
            <a:off x="3792538" y="2714625"/>
            <a:ext cx="1568450" cy="121920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FFE48F"/>
          </a:solidFill>
          <a:ln w="9525">
            <a:miter lim="800000"/>
            <a:headEnd/>
            <a:tailEnd/>
          </a:ln>
        </p:spPr>
        <p:txBody>
          <a:bodyPr lIns="0" tIns="0" rIns="0" bIns="144000" anchor="ctr">
            <a:flatTx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defRPr/>
            </a:pPr>
            <a:endParaRPr lang="zh-CN" altLang="en-US" sz="4400" dirty="0">
              <a:solidFill>
                <a:srgbClr val="FFFFFF"/>
              </a:solidFill>
              <a:latin typeface="Berlin Sans FB" panose="020E0602020502020306" pitchFamily="34" charset="0"/>
              <a:ea typeface="微软雅黑" panose="020B0503020204020204" pitchFamily="34" charset="-122"/>
              <a:cs typeface="Verdana" panose="020B0604030504040204" pitchFamily="34" charset="0"/>
            </a:endParaRPr>
          </a:p>
        </p:txBody>
      </p:sp>
      <p:sp>
        <p:nvSpPr>
          <p:cNvPr id="10" name="对角圆角矩形 9"/>
          <p:cNvSpPr/>
          <p:nvPr/>
        </p:nvSpPr>
        <p:spPr bwMode="auto">
          <a:xfrm>
            <a:off x="3741738" y="2651125"/>
            <a:ext cx="1568450" cy="121920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FFC000"/>
          </a:solidFill>
          <a:ln w="9525">
            <a:miter lim="800000"/>
            <a:headEnd/>
            <a:tailEnd/>
          </a:ln>
        </p:spPr>
        <p:txBody>
          <a:bodyPr lIns="0" tIns="0" rIns="0" bIns="144000" anchor="ctr">
            <a:flatTx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3200" dirty="0" smtClean="0">
                <a:solidFill>
                  <a:srgbClr val="FFFFFF"/>
                </a:solidFill>
                <a:latin typeface="Berlin Sans FB" panose="020E0602020502020306" pitchFamily="34" charset="0"/>
                <a:ea typeface="微软雅黑" panose="020B0503020204020204" pitchFamily="34" charset="-122"/>
                <a:cs typeface="Verdana" panose="020B0604030504040204" pitchFamily="34" charset="0"/>
              </a:rPr>
              <a:t>代码审核</a:t>
            </a:r>
            <a:endParaRPr lang="zh-CN" altLang="en-US" sz="3200" dirty="0">
              <a:solidFill>
                <a:srgbClr val="FFFFFF"/>
              </a:solidFill>
              <a:latin typeface="Berlin Sans FB" panose="020E0602020502020306" pitchFamily="34" charset="0"/>
              <a:ea typeface="微软雅黑" panose="020B0503020204020204" pitchFamily="34" charset="-122"/>
              <a:cs typeface="Verdana" panose="020B0604030504040204" pitchFamily="34" charset="0"/>
            </a:endParaRPr>
          </a:p>
        </p:txBody>
      </p:sp>
      <p:sp>
        <p:nvSpPr>
          <p:cNvPr id="11" name="对角圆角矩形 10"/>
          <p:cNvSpPr/>
          <p:nvPr/>
        </p:nvSpPr>
        <p:spPr bwMode="auto">
          <a:xfrm>
            <a:off x="6175375" y="2771775"/>
            <a:ext cx="1568450" cy="121920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E1F7FF"/>
          </a:solidFill>
          <a:ln w="9525">
            <a:miter lim="800000"/>
            <a:headEnd/>
            <a:tailEnd/>
          </a:ln>
        </p:spPr>
        <p:txBody>
          <a:bodyPr lIns="0" tIns="0" rIns="0" bIns="144000" anchor="ctr">
            <a:flatTx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defRPr/>
            </a:pPr>
            <a:endParaRPr lang="zh-CN" altLang="en-US" sz="4400" dirty="0">
              <a:solidFill>
                <a:srgbClr val="FFFFFF"/>
              </a:solidFill>
              <a:latin typeface="Berlin Sans FB" panose="020E0602020502020306" pitchFamily="34" charset="0"/>
              <a:ea typeface="微软雅黑" panose="020B0503020204020204" pitchFamily="34" charset="-122"/>
              <a:cs typeface="Verdana" panose="020B0604030504040204" pitchFamily="34" charset="0"/>
            </a:endParaRPr>
          </a:p>
        </p:txBody>
      </p:sp>
      <p:sp>
        <p:nvSpPr>
          <p:cNvPr id="12" name="对角圆角矩形 11"/>
          <p:cNvSpPr/>
          <p:nvPr/>
        </p:nvSpPr>
        <p:spPr bwMode="auto">
          <a:xfrm>
            <a:off x="6130925" y="2714625"/>
            <a:ext cx="1568450" cy="121920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ABE9FF"/>
          </a:solidFill>
          <a:ln w="9525">
            <a:miter lim="800000"/>
            <a:headEnd/>
            <a:tailEnd/>
          </a:ln>
        </p:spPr>
        <p:txBody>
          <a:bodyPr lIns="0" tIns="0" rIns="0" bIns="144000" anchor="ctr">
            <a:flatTx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defRPr/>
            </a:pPr>
            <a:endParaRPr lang="zh-CN" altLang="en-US" sz="4400" dirty="0">
              <a:solidFill>
                <a:srgbClr val="FFFFFF"/>
              </a:solidFill>
              <a:latin typeface="Berlin Sans FB" panose="020E0602020502020306" pitchFamily="34" charset="0"/>
              <a:ea typeface="微软雅黑" panose="020B0503020204020204" pitchFamily="34" charset="-122"/>
              <a:cs typeface="Verdana" panose="020B0604030504040204" pitchFamily="34" charset="0"/>
            </a:endParaRPr>
          </a:p>
        </p:txBody>
      </p:sp>
      <p:sp>
        <p:nvSpPr>
          <p:cNvPr id="13" name="对角圆角矩形 12"/>
          <p:cNvSpPr/>
          <p:nvPr/>
        </p:nvSpPr>
        <p:spPr bwMode="auto">
          <a:xfrm>
            <a:off x="6080125" y="2651125"/>
            <a:ext cx="1568450" cy="1219200"/>
          </a:xfrm>
          <a:prstGeom prst="round2DiagRect">
            <a:avLst>
              <a:gd name="adj1" fmla="val 50000"/>
              <a:gd name="adj2" fmla="val 0"/>
            </a:avLst>
          </a:prstGeom>
          <a:solidFill>
            <a:srgbClr val="00B0F0"/>
          </a:solidFill>
          <a:ln w="9525">
            <a:miter lim="800000"/>
            <a:headEnd/>
            <a:tailEnd/>
          </a:ln>
        </p:spPr>
        <p:txBody>
          <a:bodyPr lIns="0" tIns="0" rIns="0" bIns="144000" anchor="ctr">
            <a:flatTx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defRPr/>
            </a:pPr>
            <a:r>
              <a:rPr lang="zh-CN" altLang="en-US" sz="3200" dirty="0" smtClean="0">
                <a:solidFill>
                  <a:srgbClr val="FFFFFF"/>
                </a:solidFill>
                <a:latin typeface="Berlin Sans FB" panose="020E0602020502020306" pitchFamily="34" charset="0"/>
                <a:cs typeface="Verdana" panose="020B0604030504040204" pitchFamily="34" charset="0"/>
              </a:rPr>
              <a:t>测试审核</a:t>
            </a:r>
            <a:endParaRPr lang="zh-CN" altLang="en-US" sz="3200" dirty="0">
              <a:solidFill>
                <a:srgbClr val="FFFFFF"/>
              </a:solidFill>
              <a:latin typeface="Berlin Sans FB" panose="020E0602020502020306" pitchFamily="34" charset="0"/>
              <a:cs typeface="Verdana" panose="020B0604030504040204" pitchFamily="34" charset="0"/>
            </a:endParaRPr>
          </a:p>
        </p:txBody>
      </p:sp>
      <p:sp>
        <p:nvSpPr>
          <p:cNvPr id="5131" name="文本框 13"/>
          <p:cNvSpPr txBox="1">
            <a:spLocks noChangeArrowheads="1"/>
          </p:cNvSpPr>
          <p:nvPr/>
        </p:nvSpPr>
        <p:spPr bwMode="auto">
          <a:xfrm>
            <a:off x="1112838" y="4275138"/>
            <a:ext cx="2222500" cy="4181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4D4D4D"/>
                </a:solidFill>
                <a:latin typeface="微软雅黑" pitchFamily="34" charset="-122"/>
                <a:ea typeface="微软雅黑" pitchFamily="34" charset="-122"/>
              </a:rPr>
              <a:t>。。。</a:t>
            </a:r>
            <a:endParaRPr lang="zh-CN" altLang="en-US" sz="1600" dirty="0">
              <a:solidFill>
                <a:srgbClr val="4D4D4D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32" name="文本框 14"/>
          <p:cNvSpPr txBox="1">
            <a:spLocks noChangeArrowheads="1"/>
          </p:cNvSpPr>
          <p:nvPr/>
        </p:nvSpPr>
        <p:spPr bwMode="auto">
          <a:xfrm>
            <a:off x="3460750" y="4275138"/>
            <a:ext cx="22225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4D4D4D"/>
                </a:solidFill>
                <a:latin typeface="微软雅黑" pitchFamily="34" charset="-122"/>
                <a:ea typeface="微软雅黑" pitchFamily="34" charset="-122"/>
              </a:rPr>
              <a:t>源代码缺陷检测</a:t>
            </a:r>
            <a:endParaRPr lang="en-US" altLang="zh-CN" sz="1600" dirty="0" smtClean="0">
              <a:solidFill>
                <a:srgbClr val="4D4D4D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 eaLnBrk="1" hangingPunct="1">
              <a:lnSpc>
                <a:spcPct val="150000"/>
              </a:lnSpc>
            </a:pPr>
            <a:r>
              <a:rPr lang="zh-CN" altLang="en-US" sz="1600" dirty="0">
                <a:solidFill>
                  <a:srgbClr val="4D4D4D"/>
                </a:solidFill>
                <a:latin typeface="微软雅黑" pitchFamily="34" charset="-122"/>
                <a:ea typeface="微软雅黑" pitchFamily="34" charset="-122"/>
              </a:rPr>
              <a:t>编程</a:t>
            </a:r>
            <a:r>
              <a:rPr lang="zh-CN" altLang="en-US" sz="1600" dirty="0" smtClean="0">
                <a:solidFill>
                  <a:srgbClr val="4D4D4D"/>
                </a:solidFill>
                <a:latin typeface="微软雅黑" pitchFamily="34" charset="-122"/>
                <a:ea typeface="微软雅黑" pitchFamily="34" charset="-122"/>
              </a:rPr>
              <a:t>规范（</a:t>
            </a:r>
            <a:r>
              <a:rPr lang="en-US" altLang="zh-CN" sz="1600" dirty="0" smtClean="0">
                <a:solidFill>
                  <a:srgbClr val="4D4D4D"/>
                </a:solidFill>
                <a:latin typeface="微软雅黑" pitchFamily="34" charset="-122"/>
                <a:ea typeface="微软雅黑" pitchFamily="34" charset="-122"/>
              </a:rPr>
              <a:t>CERT,</a:t>
            </a:r>
            <a:r>
              <a:rPr lang="zh-CN" altLang="en-US" sz="1600" dirty="0" smtClean="0">
                <a:solidFill>
                  <a:srgbClr val="4D4D4D"/>
                </a:solidFill>
                <a:latin typeface="微软雅黑" pitchFamily="34" charset="-122"/>
                <a:ea typeface="微软雅黑" pitchFamily="34" charset="-122"/>
              </a:rPr>
              <a:t>企业</a:t>
            </a:r>
            <a:r>
              <a:rPr lang="en-US" altLang="zh-CN" sz="1600" dirty="0" smtClean="0">
                <a:solidFill>
                  <a:srgbClr val="4D4D4D"/>
                </a:solidFill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pPr algn="ctr" eaLnBrk="1" hangingPunct="1">
              <a:lnSpc>
                <a:spcPct val="150000"/>
              </a:lnSpc>
            </a:pPr>
            <a:r>
              <a:rPr lang="en-US" altLang="zh-CN" sz="1600" dirty="0" smtClean="0">
                <a:solidFill>
                  <a:srgbClr val="4D4D4D"/>
                </a:solidFill>
                <a:latin typeface="微软雅黑" pitchFamily="34" charset="-122"/>
                <a:ea typeface="微软雅黑" pitchFamily="34" charset="-122"/>
              </a:rPr>
              <a:t>OWASP</a:t>
            </a:r>
            <a:endParaRPr lang="en-US" altLang="zh-CN" sz="1600" dirty="0">
              <a:solidFill>
                <a:srgbClr val="4D4D4D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 eaLnBrk="1" hangingPunct="1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4D4D4D"/>
                </a:solidFill>
                <a:latin typeface="微软雅黑" pitchFamily="34" charset="-122"/>
                <a:ea typeface="微软雅黑" pitchFamily="34" charset="-122"/>
              </a:rPr>
              <a:t>美国 </a:t>
            </a:r>
            <a:r>
              <a:rPr lang="en-US" altLang="zh-CN" sz="1600" dirty="0" smtClean="0">
                <a:solidFill>
                  <a:srgbClr val="4D4D4D"/>
                </a:solidFill>
                <a:latin typeface="微软雅黑" pitchFamily="34" charset="-122"/>
                <a:ea typeface="微软雅黑" pitchFamily="34" charset="-122"/>
              </a:rPr>
              <a:t>MTRE CWE </a:t>
            </a:r>
          </a:p>
        </p:txBody>
      </p:sp>
      <p:sp>
        <p:nvSpPr>
          <p:cNvPr id="5133" name="文本框 15"/>
          <p:cNvSpPr txBox="1">
            <a:spLocks noChangeArrowheads="1"/>
          </p:cNvSpPr>
          <p:nvPr/>
        </p:nvSpPr>
        <p:spPr bwMode="auto">
          <a:xfrm>
            <a:off x="5808663" y="4275138"/>
            <a:ext cx="22225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charset="-122"/>
              </a:defRPr>
            </a:lvl9pPr>
          </a:lstStyle>
          <a:p>
            <a:pPr algn="ctr" eaLnBrk="1" hangingPunct="1">
              <a:lnSpc>
                <a:spcPct val="150000"/>
              </a:lnSpc>
            </a:pPr>
            <a:r>
              <a:rPr lang="zh-CN" altLang="en-US" sz="1600" dirty="0">
                <a:solidFill>
                  <a:srgbClr val="4D4D4D"/>
                </a:solidFill>
                <a:latin typeface="微软雅黑" pitchFamily="34" charset="-122"/>
                <a:ea typeface="微软雅黑" pitchFamily="34" charset="-122"/>
              </a:rPr>
              <a:t>白</a:t>
            </a:r>
            <a:r>
              <a:rPr lang="zh-CN" altLang="en-US" sz="1600" dirty="0" smtClean="0">
                <a:solidFill>
                  <a:srgbClr val="4D4D4D"/>
                </a:solidFill>
                <a:latin typeface="微软雅黑" pitchFamily="34" charset="-122"/>
                <a:ea typeface="微软雅黑" pitchFamily="34" charset="-122"/>
              </a:rPr>
              <a:t>盒测试</a:t>
            </a:r>
            <a:endParaRPr lang="en-US" altLang="zh-CN" sz="1600" dirty="0" smtClean="0">
              <a:solidFill>
                <a:srgbClr val="4D4D4D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 eaLnBrk="1" hangingPunct="1">
              <a:lnSpc>
                <a:spcPct val="150000"/>
              </a:lnSpc>
            </a:pPr>
            <a:r>
              <a:rPr lang="zh-CN" altLang="en-US" sz="1600" dirty="0" smtClean="0">
                <a:solidFill>
                  <a:srgbClr val="4D4D4D"/>
                </a:solidFill>
                <a:latin typeface="微软雅黑" pitchFamily="34" charset="-122"/>
                <a:ea typeface="微软雅黑" pitchFamily="34" charset="-122"/>
              </a:rPr>
              <a:t>黑盒测试</a:t>
            </a:r>
            <a:endParaRPr lang="zh-CN" altLang="en-US" sz="1600" dirty="0">
              <a:solidFill>
                <a:srgbClr val="4D4D4D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34" name="标题 16"/>
          <p:cNvSpPr>
            <a:spLocks noGrp="1"/>
          </p:cNvSpPr>
          <p:nvPr>
            <p:ph type="title"/>
          </p:nvPr>
        </p:nvSpPr>
        <p:spPr>
          <a:xfrm>
            <a:off x="1095166" y="152636"/>
            <a:ext cx="8353425" cy="720725"/>
          </a:xfrm>
        </p:spPr>
        <p:txBody>
          <a:bodyPr/>
          <a:lstStyle/>
          <a:p>
            <a:r>
              <a:rPr lang="zh-CN" altLang="en-US" dirty="0" smtClean="0"/>
              <a:t>研发流程规避内部问题</a:t>
            </a:r>
          </a:p>
        </p:txBody>
      </p:sp>
    </p:spTree>
    <p:extLst>
      <p:ext uri="{BB962C8B-B14F-4D97-AF65-F5344CB8AC3E}">
        <p14:creationId xmlns:p14="http://schemas.microsoft.com/office/powerpoint/2010/main" val="3272571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4152"/>
          <p:cNvSpPr>
            <a:spLocks noChangeArrowheads="1"/>
          </p:cNvSpPr>
          <p:nvPr/>
        </p:nvSpPr>
        <p:spPr bwMode="auto">
          <a:xfrm rot="5400000">
            <a:off x="1407320" y="3161506"/>
            <a:ext cx="4024312" cy="1317625"/>
          </a:xfrm>
          <a:custGeom>
            <a:avLst/>
            <a:gdLst>
              <a:gd name="T0" fmla="*/ 2147483647 w 21600"/>
              <a:gd name="T1" fmla="*/ 2147483647 h 21600"/>
              <a:gd name="T2" fmla="*/ 2147483647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229 w 21600"/>
              <a:gd name="T13" fmla="*/ 3229 h 21600"/>
              <a:gd name="T14" fmla="*/ 18371 w 21600"/>
              <a:gd name="T15" fmla="*/ 18371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2857" y="21600"/>
                </a:lnTo>
                <a:lnTo>
                  <a:pt x="18743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33000">
                <a:srgbClr val="E1F4F7"/>
              </a:gs>
              <a:gs pos="100000">
                <a:srgbClr val="BCE7EE"/>
              </a:gs>
            </a:gsLst>
            <a:lin ang="5400000" scaled="0"/>
          </a:gradFill>
          <a:ln w="3175" cap="flat" cmpd="sng" algn="ctr">
            <a:noFill/>
            <a:prstDash val="solid"/>
          </a:ln>
          <a:effectLst/>
          <a:extLst/>
        </p:spPr>
        <p:txBody>
          <a:bodyPr anchor="ctr"/>
          <a:lstStyle/>
          <a:p>
            <a:pPr algn="ctr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200" b="1" kern="0" dirty="0">
              <a:solidFill>
                <a:srgbClr val="4D4D4D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7" name="Rectangle 4228"/>
          <p:cNvSpPr>
            <a:spLocks noChangeArrowheads="1"/>
          </p:cNvSpPr>
          <p:nvPr/>
        </p:nvSpPr>
        <p:spPr bwMode="auto">
          <a:xfrm>
            <a:off x="4076700" y="1812925"/>
            <a:ext cx="3200400" cy="4019550"/>
          </a:xfrm>
          <a:custGeom>
            <a:avLst/>
            <a:gdLst/>
            <a:ahLst/>
            <a:cxnLst/>
            <a:rect l="l" t="t" r="r" b="b"/>
            <a:pathLst>
              <a:path w="3951932" h="4730750">
                <a:moveTo>
                  <a:pt x="0" y="0"/>
                </a:moveTo>
                <a:lnTo>
                  <a:pt x="3951932" y="0"/>
                </a:lnTo>
                <a:lnTo>
                  <a:pt x="3951932" y="4730750"/>
                </a:lnTo>
                <a:lnTo>
                  <a:pt x="0" y="4730750"/>
                </a:lnTo>
                <a:close/>
              </a:path>
            </a:pathLst>
          </a:custGeom>
          <a:gradFill>
            <a:gsLst>
              <a:gs pos="33000">
                <a:srgbClr val="E1F4F7"/>
              </a:gs>
              <a:gs pos="100000">
                <a:srgbClr val="BCE7EE"/>
              </a:gs>
            </a:gsLst>
            <a:lin ang="10800000" scaled="0"/>
          </a:gradFill>
          <a:ln w="3175" cap="flat" cmpd="sng" algn="ctr">
            <a:noFill/>
            <a:prstDash val="solid"/>
          </a:ln>
          <a:effectLst/>
          <a:extLst/>
        </p:spPr>
        <p:txBody>
          <a:bodyPr anchor="ctr"/>
          <a:lstStyle/>
          <a:p>
            <a:pPr algn="ctr"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200" b="1" kern="0" dirty="0">
              <a:solidFill>
                <a:srgbClr val="4D4D4D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Line 4263"/>
          <p:cNvSpPr>
            <a:spLocks noChangeShapeType="1"/>
          </p:cNvSpPr>
          <p:nvPr/>
        </p:nvSpPr>
        <p:spPr bwMode="auto">
          <a:xfrm>
            <a:off x="4078288" y="2708275"/>
            <a:ext cx="2857500" cy="0"/>
          </a:xfrm>
          <a:prstGeom prst="line">
            <a:avLst/>
          </a:prstGeom>
          <a:noFill/>
          <a:ln w="3175">
            <a:solidFill>
              <a:srgbClr val="36A5B7"/>
            </a:solidFill>
            <a:prstDash val="dash"/>
            <a:round/>
            <a:headEnd type="oval" w="sm" len="sm"/>
            <a:tailEnd type="oval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dirty="0">
              <a:solidFill>
                <a:sysClr val="windowText" lastClr="000000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9" name="Line 4265"/>
          <p:cNvSpPr>
            <a:spLocks noChangeShapeType="1"/>
          </p:cNvSpPr>
          <p:nvPr/>
        </p:nvSpPr>
        <p:spPr bwMode="auto">
          <a:xfrm>
            <a:off x="4078288" y="3829050"/>
            <a:ext cx="2857500" cy="0"/>
          </a:xfrm>
          <a:prstGeom prst="line">
            <a:avLst/>
          </a:prstGeom>
          <a:noFill/>
          <a:ln w="3175">
            <a:solidFill>
              <a:srgbClr val="36A5B7"/>
            </a:solidFill>
            <a:prstDash val="dash"/>
            <a:round/>
            <a:headEnd type="oval" w="sm" len="sm"/>
            <a:tailEnd type="oval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dirty="0">
              <a:solidFill>
                <a:sysClr val="windowText" lastClr="000000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10" name="Line 4267"/>
          <p:cNvSpPr>
            <a:spLocks noChangeShapeType="1"/>
          </p:cNvSpPr>
          <p:nvPr/>
        </p:nvSpPr>
        <p:spPr bwMode="auto">
          <a:xfrm>
            <a:off x="4078288" y="4899025"/>
            <a:ext cx="2857500" cy="0"/>
          </a:xfrm>
          <a:prstGeom prst="line">
            <a:avLst/>
          </a:prstGeom>
          <a:noFill/>
          <a:ln w="3175">
            <a:solidFill>
              <a:srgbClr val="36A5B7"/>
            </a:solidFill>
            <a:prstDash val="dash"/>
            <a:round/>
            <a:headEnd type="oval" w="sm" len="sm"/>
            <a:tailEnd type="oval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 dirty="0">
              <a:solidFill>
                <a:sysClr val="windowText" lastClr="000000"/>
              </a:solidFill>
              <a:latin typeface="Impact" pitchFamily="34" charset="0"/>
              <a:ea typeface="微软雅黑" pitchFamily="34" charset="-122"/>
            </a:endParaRPr>
          </a:p>
        </p:txBody>
      </p:sp>
      <p:sp>
        <p:nvSpPr>
          <p:cNvPr id="12" name="Freeform 4219"/>
          <p:cNvSpPr>
            <a:spLocks/>
          </p:cNvSpPr>
          <p:nvPr/>
        </p:nvSpPr>
        <p:spPr bwMode="auto">
          <a:xfrm>
            <a:off x="2760663" y="3043238"/>
            <a:ext cx="1262062" cy="622300"/>
          </a:xfrm>
          <a:custGeom>
            <a:avLst/>
            <a:gdLst>
              <a:gd name="T0" fmla="*/ 2147483647 w 1376"/>
              <a:gd name="T1" fmla="*/ 2147483647 h 680"/>
              <a:gd name="T2" fmla="*/ 2147483647 w 1376"/>
              <a:gd name="T3" fmla="*/ 0 h 680"/>
              <a:gd name="T4" fmla="*/ 2147483647 w 1376"/>
              <a:gd name="T5" fmla="*/ 2147483647 h 680"/>
              <a:gd name="T6" fmla="*/ 0 w 1376"/>
              <a:gd name="T7" fmla="*/ 2147483647 h 680"/>
              <a:gd name="T8" fmla="*/ 0 w 1376"/>
              <a:gd name="T9" fmla="*/ 2147483647 h 680"/>
              <a:gd name="T10" fmla="*/ 2147483647 w 1376"/>
              <a:gd name="T11" fmla="*/ 2147483647 h 680"/>
              <a:gd name="T12" fmla="*/ 2147483647 w 1376"/>
              <a:gd name="T13" fmla="*/ 2147483647 h 680"/>
              <a:gd name="T14" fmla="*/ 2147483647 w 1376"/>
              <a:gd name="T15" fmla="*/ 2147483647 h 68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376" h="680">
                <a:moveTo>
                  <a:pt x="1376" y="202"/>
                </a:moveTo>
                <a:lnTo>
                  <a:pt x="832" y="0"/>
                </a:lnTo>
                <a:lnTo>
                  <a:pt x="832" y="186"/>
                </a:lnTo>
                <a:lnTo>
                  <a:pt x="0" y="370"/>
                </a:lnTo>
                <a:lnTo>
                  <a:pt x="0" y="680"/>
                </a:lnTo>
                <a:lnTo>
                  <a:pt x="832" y="494"/>
                </a:lnTo>
                <a:lnTo>
                  <a:pt x="832" y="680"/>
                </a:lnTo>
                <a:lnTo>
                  <a:pt x="1376" y="202"/>
                </a:lnTo>
                <a:close/>
              </a:path>
            </a:pathLst>
          </a:custGeom>
          <a:solidFill>
            <a:srgbClr val="36A5B7"/>
          </a:solidFill>
          <a:ln w="3175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200" kern="0" dirty="0">
              <a:solidFill>
                <a:srgbClr val="F9F9F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5" name="Freeform 4222"/>
          <p:cNvSpPr>
            <a:spLocks/>
          </p:cNvSpPr>
          <p:nvPr/>
        </p:nvSpPr>
        <p:spPr bwMode="auto">
          <a:xfrm>
            <a:off x="2760663" y="2119313"/>
            <a:ext cx="1230312" cy="836612"/>
          </a:xfrm>
          <a:custGeom>
            <a:avLst/>
            <a:gdLst>
              <a:gd name="T0" fmla="*/ 2147483647 w 1342"/>
              <a:gd name="T1" fmla="*/ 2147483647 h 914"/>
              <a:gd name="T2" fmla="*/ 2147483647 w 1342"/>
              <a:gd name="T3" fmla="*/ 0 h 914"/>
              <a:gd name="T4" fmla="*/ 2147483647 w 1342"/>
              <a:gd name="T5" fmla="*/ 2147483647 h 914"/>
              <a:gd name="T6" fmla="*/ 0 w 1342"/>
              <a:gd name="T7" fmla="*/ 2147483647 h 914"/>
              <a:gd name="T8" fmla="*/ 0 w 1342"/>
              <a:gd name="T9" fmla="*/ 2147483647 h 914"/>
              <a:gd name="T10" fmla="*/ 2147483647 w 1342"/>
              <a:gd name="T11" fmla="*/ 2147483647 h 914"/>
              <a:gd name="T12" fmla="*/ 2147483647 w 1342"/>
              <a:gd name="T13" fmla="*/ 2147483647 h 914"/>
              <a:gd name="T14" fmla="*/ 2147483647 w 1342"/>
              <a:gd name="T15" fmla="*/ 2147483647 h 91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342" h="914">
                <a:moveTo>
                  <a:pt x="1342" y="82"/>
                </a:moveTo>
                <a:lnTo>
                  <a:pt x="832" y="0"/>
                </a:lnTo>
                <a:lnTo>
                  <a:pt x="832" y="186"/>
                </a:lnTo>
                <a:lnTo>
                  <a:pt x="0" y="606"/>
                </a:lnTo>
                <a:lnTo>
                  <a:pt x="0" y="914"/>
                </a:lnTo>
                <a:lnTo>
                  <a:pt x="832" y="494"/>
                </a:lnTo>
                <a:lnTo>
                  <a:pt x="832" y="680"/>
                </a:lnTo>
                <a:lnTo>
                  <a:pt x="1342" y="82"/>
                </a:lnTo>
                <a:close/>
              </a:path>
            </a:pathLst>
          </a:custGeom>
          <a:solidFill>
            <a:srgbClr val="36A5B7"/>
          </a:solidFill>
          <a:ln w="3175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200" kern="0" dirty="0">
              <a:solidFill>
                <a:srgbClr val="F9F9F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Freeform 4220"/>
          <p:cNvSpPr>
            <a:spLocks/>
          </p:cNvSpPr>
          <p:nvPr/>
        </p:nvSpPr>
        <p:spPr bwMode="auto">
          <a:xfrm>
            <a:off x="2760663" y="3930650"/>
            <a:ext cx="1262062" cy="625475"/>
          </a:xfrm>
          <a:custGeom>
            <a:avLst/>
            <a:gdLst>
              <a:gd name="T0" fmla="*/ 2147483647 w 1376"/>
              <a:gd name="T1" fmla="*/ 2147483647 h 682"/>
              <a:gd name="T2" fmla="*/ 2147483647 w 1376"/>
              <a:gd name="T3" fmla="*/ 2147483647 h 682"/>
              <a:gd name="T4" fmla="*/ 2147483647 w 1376"/>
              <a:gd name="T5" fmla="*/ 2147483647 h 682"/>
              <a:gd name="T6" fmla="*/ 0 w 1376"/>
              <a:gd name="T7" fmla="*/ 2147483647 h 682"/>
              <a:gd name="T8" fmla="*/ 0 w 1376"/>
              <a:gd name="T9" fmla="*/ 0 h 682"/>
              <a:gd name="T10" fmla="*/ 2147483647 w 1376"/>
              <a:gd name="T11" fmla="*/ 2147483647 h 682"/>
              <a:gd name="T12" fmla="*/ 2147483647 w 1376"/>
              <a:gd name="T13" fmla="*/ 0 h 682"/>
              <a:gd name="T14" fmla="*/ 2147483647 w 1376"/>
              <a:gd name="T15" fmla="*/ 2147483647 h 68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376" h="682">
                <a:moveTo>
                  <a:pt x="1376" y="480"/>
                </a:moveTo>
                <a:lnTo>
                  <a:pt x="832" y="682"/>
                </a:lnTo>
                <a:lnTo>
                  <a:pt x="832" y="496"/>
                </a:lnTo>
                <a:lnTo>
                  <a:pt x="0" y="310"/>
                </a:lnTo>
                <a:lnTo>
                  <a:pt x="0" y="0"/>
                </a:lnTo>
                <a:lnTo>
                  <a:pt x="832" y="186"/>
                </a:lnTo>
                <a:lnTo>
                  <a:pt x="832" y="0"/>
                </a:lnTo>
                <a:lnTo>
                  <a:pt x="1376" y="480"/>
                </a:lnTo>
                <a:close/>
              </a:path>
            </a:pathLst>
          </a:custGeom>
          <a:solidFill>
            <a:srgbClr val="36A5B7"/>
          </a:solidFill>
          <a:ln w="3175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200" kern="0" dirty="0">
              <a:solidFill>
                <a:srgbClr val="F9F9F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Freeform 4223"/>
          <p:cNvSpPr>
            <a:spLocks/>
          </p:cNvSpPr>
          <p:nvPr/>
        </p:nvSpPr>
        <p:spPr bwMode="auto">
          <a:xfrm>
            <a:off x="2760663" y="4579938"/>
            <a:ext cx="1230312" cy="839787"/>
          </a:xfrm>
          <a:custGeom>
            <a:avLst/>
            <a:gdLst>
              <a:gd name="T0" fmla="*/ 2147483647 w 1342"/>
              <a:gd name="T1" fmla="*/ 2147483647 h 916"/>
              <a:gd name="T2" fmla="*/ 2147483647 w 1342"/>
              <a:gd name="T3" fmla="*/ 2147483647 h 916"/>
              <a:gd name="T4" fmla="*/ 2147483647 w 1342"/>
              <a:gd name="T5" fmla="*/ 2147483647 h 916"/>
              <a:gd name="T6" fmla="*/ 0 w 1342"/>
              <a:gd name="T7" fmla="*/ 2147483647 h 916"/>
              <a:gd name="T8" fmla="*/ 0 w 1342"/>
              <a:gd name="T9" fmla="*/ 0 h 916"/>
              <a:gd name="T10" fmla="*/ 2147483647 w 1342"/>
              <a:gd name="T11" fmla="*/ 2147483647 h 916"/>
              <a:gd name="T12" fmla="*/ 2147483647 w 1342"/>
              <a:gd name="T13" fmla="*/ 2147483647 h 916"/>
              <a:gd name="T14" fmla="*/ 2147483647 w 1342"/>
              <a:gd name="T15" fmla="*/ 2147483647 h 91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342" h="916">
                <a:moveTo>
                  <a:pt x="1342" y="832"/>
                </a:moveTo>
                <a:lnTo>
                  <a:pt x="832" y="916"/>
                </a:lnTo>
                <a:lnTo>
                  <a:pt x="832" y="728"/>
                </a:lnTo>
                <a:lnTo>
                  <a:pt x="0" y="310"/>
                </a:lnTo>
                <a:lnTo>
                  <a:pt x="0" y="0"/>
                </a:lnTo>
                <a:lnTo>
                  <a:pt x="832" y="420"/>
                </a:lnTo>
                <a:lnTo>
                  <a:pt x="832" y="234"/>
                </a:lnTo>
                <a:lnTo>
                  <a:pt x="1342" y="832"/>
                </a:lnTo>
                <a:close/>
              </a:path>
            </a:pathLst>
          </a:custGeom>
          <a:solidFill>
            <a:srgbClr val="36A5B7"/>
          </a:solidFill>
          <a:ln w="3175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200" kern="0" dirty="0">
              <a:solidFill>
                <a:srgbClr val="F9F9F9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Rectangle 4228"/>
          <p:cNvSpPr>
            <a:spLocks noChangeArrowheads="1"/>
          </p:cNvSpPr>
          <p:nvPr/>
        </p:nvSpPr>
        <p:spPr bwMode="auto">
          <a:xfrm>
            <a:off x="1219200" y="2338388"/>
            <a:ext cx="1541463" cy="2962275"/>
          </a:xfrm>
          <a:custGeom>
            <a:avLst/>
            <a:gdLst/>
            <a:ahLst/>
            <a:cxnLst/>
            <a:rect l="l" t="t" r="r" b="b"/>
            <a:pathLst>
              <a:path w="3951932" h="4730750">
                <a:moveTo>
                  <a:pt x="0" y="0"/>
                </a:moveTo>
                <a:lnTo>
                  <a:pt x="3951932" y="0"/>
                </a:lnTo>
                <a:lnTo>
                  <a:pt x="3951932" y="4730750"/>
                </a:lnTo>
                <a:lnTo>
                  <a:pt x="0" y="4730750"/>
                </a:lnTo>
                <a:close/>
              </a:path>
            </a:pathLst>
          </a:custGeom>
          <a:gradFill>
            <a:gsLst>
              <a:gs pos="33000">
                <a:srgbClr val="E1F4F7"/>
              </a:gs>
              <a:gs pos="100000">
                <a:srgbClr val="BCE7EE"/>
              </a:gs>
            </a:gsLst>
            <a:lin ang="10800000" scaled="0"/>
          </a:gradFill>
          <a:ln w="3175" cap="flat" cmpd="sng" algn="ctr">
            <a:noFill/>
            <a:prstDash val="solid"/>
          </a:ln>
          <a:effectLst/>
          <a:extLst/>
        </p:spPr>
        <p:txBody>
          <a:bodyPr anchor="ctr"/>
          <a:lstStyle/>
          <a:p>
            <a:pPr eaLnBrk="1" fontAlgn="auto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400" kern="0" dirty="0" smtClean="0">
                <a:solidFill>
                  <a:srgbClr val="606060"/>
                </a:solidFill>
                <a:latin typeface="微软雅黑" pitchFamily="34" charset="-122"/>
                <a:ea typeface="微软雅黑" pitchFamily="34" charset="-122"/>
              </a:rPr>
              <a:t>源代码安全检测技术主要为：</a:t>
            </a:r>
            <a:endParaRPr lang="en-US" altLang="zh-CN" sz="1400" kern="0" dirty="0">
              <a:solidFill>
                <a:srgbClr val="60606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32" name="矩形 27"/>
          <p:cNvSpPr>
            <a:spLocks noChangeArrowheads="1"/>
          </p:cNvSpPr>
          <p:nvPr/>
        </p:nvSpPr>
        <p:spPr bwMode="auto">
          <a:xfrm>
            <a:off x="4164013" y="1836738"/>
            <a:ext cx="2986087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just" eaLnBrk="1" hangingPunct="1">
              <a:lnSpc>
                <a:spcPct val="120000"/>
              </a:lnSpc>
            </a:pPr>
            <a:r>
              <a:rPr lang="zh-CN" altLang="en-US" sz="1400" dirty="0" smtClean="0">
                <a:solidFill>
                  <a:srgbClr val="3A3A3A"/>
                </a:solidFill>
                <a:latin typeface="微软雅黑" pitchFamily="34" charset="-122"/>
                <a:ea typeface="微软雅黑" pitchFamily="34" charset="-122"/>
              </a:rPr>
              <a:t>词法和语法分析（如编译）</a:t>
            </a:r>
            <a:endParaRPr lang="zh-CN" altLang="en-US" sz="1400" dirty="0">
              <a:solidFill>
                <a:srgbClr val="3A3A3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33" name="矩形 28"/>
          <p:cNvSpPr>
            <a:spLocks noChangeArrowheads="1"/>
          </p:cNvSpPr>
          <p:nvPr/>
        </p:nvSpPr>
        <p:spPr bwMode="auto">
          <a:xfrm>
            <a:off x="4164013" y="2863850"/>
            <a:ext cx="2986087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just" eaLnBrk="1" hangingPunct="1">
              <a:lnSpc>
                <a:spcPct val="120000"/>
              </a:lnSpc>
            </a:pPr>
            <a:r>
              <a:rPr lang="zh-CN" altLang="en-US" sz="1400" dirty="0" smtClean="0">
                <a:solidFill>
                  <a:srgbClr val="3A3A3A"/>
                </a:solidFill>
                <a:latin typeface="微软雅黑" pitchFamily="34" charset="-122"/>
                <a:ea typeface="微软雅黑" pitchFamily="34" charset="-122"/>
              </a:rPr>
              <a:t>控制流和数据流分析</a:t>
            </a:r>
            <a:endParaRPr lang="zh-CN" altLang="en-US" sz="1400" dirty="0">
              <a:solidFill>
                <a:srgbClr val="3A3A3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34" name="矩形 29"/>
          <p:cNvSpPr>
            <a:spLocks noChangeArrowheads="1"/>
          </p:cNvSpPr>
          <p:nvPr/>
        </p:nvSpPr>
        <p:spPr bwMode="auto">
          <a:xfrm>
            <a:off x="4164013" y="3929063"/>
            <a:ext cx="2986087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just" eaLnBrk="1" hangingPunct="1">
              <a:lnSpc>
                <a:spcPct val="120000"/>
              </a:lnSpc>
            </a:pPr>
            <a:r>
              <a:rPr lang="zh-CN" altLang="en-US" sz="1400" dirty="0" smtClean="0">
                <a:solidFill>
                  <a:srgbClr val="3A3A3A"/>
                </a:solidFill>
                <a:latin typeface="微软雅黑" pitchFamily="34" charset="-122"/>
                <a:ea typeface="微软雅黑" pitchFamily="34" charset="-122"/>
              </a:rPr>
              <a:t>过程间分析</a:t>
            </a:r>
            <a:endParaRPr lang="zh-CN" altLang="en-US" sz="1400" dirty="0">
              <a:solidFill>
                <a:srgbClr val="3A3A3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35" name="矩形 30"/>
          <p:cNvSpPr>
            <a:spLocks noChangeArrowheads="1"/>
          </p:cNvSpPr>
          <p:nvPr/>
        </p:nvSpPr>
        <p:spPr bwMode="auto">
          <a:xfrm>
            <a:off x="4164013" y="4918075"/>
            <a:ext cx="2986087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just" eaLnBrk="1" hangingPunct="1">
              <a:lnSpc>
                <a:spcPct val="120000"/>
              </a:lnSpc>
            </a:pPr>
            <a:r>
              <a:rPr lang="zh-CN" altLang="en-US" sz="1400" dirty="0" smtClean="0">
                <a:solidFill>
                  <a:srgbClr val="3A3A3A"/>
                </a:solidFill>
                <a:latin typeface="微软雅黑" pitchFamily="34" charset="-122"/>
                <a:ea typeface="微软雅黑" pitchFamily="34" charset="-122"/>
              </a:rPr>
              <a:t>符合执行</a:t>
            </a:r>
            <a:endParaRPr lang="zh-CN" altLang="en-US" sz="1400" dirty="0">
              <a:solidFill>
                <a:srgbClr val="3A3A3A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36" name="标题 5"/>
          <p:cNvSpPr>
            <a:spLocks noGrp="1"/>
          </p:cNvSpPr>
          <p:nvPr>
            <p:ph type="title"/>
          </p:nvPr>
        </p:nvSpPr>
        <p:spPr>
          <a:xfrm>
            <a:off x="1079612" y="3486"/>
            <a:ext cx="8353425" cy="720725"/>
          </a:xfrm>
        </p:spPr>
        <p:txBody>
          <a:bodyPr/>
          <a:lstStyle/>
          <a:p>
            <a:r>
              <a:rPr lang="zh-CN" altLang="en-US" dirty="0" smtClean="0"/>
              <a:t>源代码安全检测原理</a:t>
            </a:r>
          </a:p>
        </p:txBody>
      </p:sp>
    </p:spTree>
    <p:extLst>
      <p:ext uri="{BB962C8B-B14F-4D97-AF65-F5344CB8AC3E}">
        <p14:creationId xmlns:p14="http://schemas.microsoft.com/office/powerpoint/2010/main" val="1835473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任意多边形 60"/>
          <p:cNvSpPr/>
          <p:nvPr/>
        </p:nvSpPr>
        <p:spPr>
          <a:xfrm>
            <a:off x="2041525" y="1895475"/>
            <a:ext cx="4843463" cy="1143000"/>
          </a:xfrm>
          <a:custGeom>
            <a:avLst/>
            <a:gdLst>
              <a:gd name="connsiteX0" fmla="*/ 287349 w 4844483"/>
              <a:gd name="connsiteY0" fmla="*/ 0 h 1142999"/>
              <a:gd name="connsiteX1" fmla="*/ 4557133 w 4844483"/>
              <a:gd name="connsiteY1" fmla="*/ 0 h 1142999"/>
              <a:gd name="connsiteX2" fmla="*/ 4844483 w 4844483"/>
              <a:gd name="connsiteY2" fmla="*/ 571499 h 1142999"/>
              <a:gd name="connsiteX3" fmla="*/ 4844482 w 4844483"/>
              <a:gd name="connsiteY3" fmla="*/ 571499 h 1142999"/>
              <a:gd name="connsiteX4" fmla="*/ 4844482 w 4844483"/>
              <a:gd name="connsiteY4" fmla="*/ 571500 h 1142999"/>
              <a:gd name="connsiteX5" fmla="*/ 4844482 w 4844483"/>
              <a:gd name="connsiteY5" fmla="*/ 571500 h 1142999"/>
              <a:gd name="connsiteX6" fmla="*/ 4844483 w 4844483"/>
              <a:gd name="connsiteY6" fmla="*/ 571500 h 1142999"/>
              <a:gd name="connsiteX7" fmla="*/ 4844483 w 4844483"/>
              <a:gd name="connsiteY7" fmla="*/ 571500 h 1142999"/>
              <a:gd name="connsiteX8" fmla="*/ 4557133 w 4844483"/>
              <a:gd name="connsiteY8" fmla="*/ 1142999 h 1142999"/>
              <a:gd name="connsiteX9" fmla="*/ 287349 w 4844483"/>
              <a:gd name="connsiteY9" fmla="*/ 1142999 h 1142999"/>
              <a:gd name="connsiteX10" fmla="*/ 0 w 4844483"/>
              <a:gd name="connsiteY10" fmla="*/ 571500 h 1142999"/>
              <a:gd name="connsiteX11" fmla="*/ 0 w 4844483"/>
              <a:gd name="connsiteY11" fmla="*/ 571500 h 1142999"/>
              <a:gd name="connsiteX12" fmla="*/ 1 w 4844483"/>
              <a:gd name="connsiteY12" fmla="*/ 571500 h 1142999"/>
              <a:gd name="connsiteX13" fmla="*/ 0 w 4844483"/>
              <a:gd name="connsiteY13" fmla="*/ 571500 h 1142999"/>
              <a:gd name="connsiteX14" fmla="*/ 1 w 4844483"/>
              <a:gd name="connsiteY14" fmla="*/ 571499 h 1142999"/>
              <a:gd name="connsiteX15" fmla="*/ 0 w 4844483"/>
              <a:gd name="connsiteY15" fmla="*/ 571499 h 1142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844483" h="1142999">
                <a:moveTo>
                  <a:pt x="287349" y="0"/>
                </a:moveTo>
                <a:lnTo>
                  <a:pt x="4557133" y="0"/>
                </a:lnTo>
                <a:lnTo>
                  <a:pt x="4844483" y="571499"/>
                </a:lnTo>
                <a:lnTo>
                  <a:pt x="4844482" y="571499"/>
                </a:lnTo>
                <a:lnTo>
                  <a:pt x="4844482" y="571500"/>
                </a:lnTo>
                <a:lnTo>
                  <a:pt x="4844482" y="571500"/>
                </a:lnTo>
                <a:lnTo>
                  <a:pt x="4844483" y="571500"/>
                </a:lnTo>
                <a:lnTo>
                  <a:pt x="4844483" y="571500"/>
                </a:lnTo>
                <a:lnTo>
                  <a:pt x="4557133" y="1142999"/>
                </a:lnTo>
                <a:lnTo>
                  <a:pt x="287349" y="1142999"/>
                </a:lnTo>
                <a:lnTo>
                  <a:pt x="0" y="571500"/>
                </a:lnTo>
                <a:lnTo>
                  <a:pt x="0" y="571500"/>
                </a:lnTo>
                <a:lnTo>
                  <a:pt x="1" y="571500"/>
                </a:lnTo>
                <a:lnTo>
                  <a:pt x="0" y="571500"/>
                </a:lnTo>
                <a:lnTo>
                  <a:pt x="1" y="571499"/>
                </a:lnTo>
                <a:lnTo>
                  <a:pt x="0" y="571499"/>
                </a:lnTo>
                <a:close/>
              </a:path>
            </a:pathLst>
          </a:custGeom>
          <a:gradFill flip="none" rotWithShape="1">
            <a:gsLst>
              <a:gs pos="50000">
                <a:srgbClr val="D9D9D9"/>
              </a:gs>
              <a:gs pos="49000">
                <a:srgbClr val="F5F5F5"/>
              </a:gs>
              <a:gs pos="0">
                <a:srgbClr val="F5F5F5"/>
              </a:gs>
              <a:gs pos="100000">
                <a:srgbClr val="F5F5F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dirty="0" err="1" smtClean="0">
                <a:solidFill>
                  <a:srgbClr val="7171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Frotify</a:t>
            </a:r>
            <a:r>
              <a:rPr lang="en-US" altLang="zh-CN" sz="1600" b="1" dirty="0" smtClean="0">
                <a:solidFill>
                  <a:srgbClr val="7171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SCA (Source Code Analysis</a:t>
            </a:r>
            <a:r>
              <a:rPr lang="zh-CN" altLang="en-US" sz="1600" b="1" dirty="0" smtClean="0">
                <a:solidFill>
                  <a:srgbClr val="7171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b="1" dirty="0" smtClean="0">
              <a:solidFill>
                <a:srgbClr val="7171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应用安全开发组织、安全设计人员，安全管理人员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任意多边形 61"/>
          <p:cNvSpPr/>
          <p:nvPr/>
        </p:nvSpPr>
        <p:spPr>
          <a:xfrm>
            <a:off x="1466850" y="1895475"/>
            <a:ext cx="574675" cy="1143000"/>
          </a:xfrm>
          <a:custGeom>
            <a:avLst/>
            <a:gdLst>
              <a:gd name="connsiteX0" fmla="*/ 287350 w 574700"/>
              <a:gd name="connsiteY0" fmla="*/ 0 h 1142999"/>
              <a:gd name="connsiteX1" fmla="*/ 574700 w 574700"/>
              <a:gd name="connsiteY1" fmla="*/ 571499 h 1142999"/>
              <a:gd name="connsiteX2" fmla="*/ 574700 w 574700"/>
              <a:gd name="connsiteY2" fmla="*/ 571499 h 1142999"/>
              <a:gd name="connsiteX3" fmla="*/ 574700 w 574700"/>
              <a:gd name="connsiteY3" fmla="*/ 571500 h 1142999"/>
              <a:gd name="connsiteX4" fmla="*/ 574700 w 574700"/>
              <a:gd name="connsiteY4" fmla="*/ 571500 h 1142999"/>
              <a:gd name="connsiteX5" fmla="*/ 574700 w 574700"/>
              <a:gd name="connsiteY5" fmla="*/ 571500 h 1142999"/>
              <a:gd name="connsiteX6" fmla="*/ 287350 w 574700"/>
              <a:gd name="connsiteY6" fmla="*/ 1142999 h 1142999"/>
              <a:gd name="connsiteX7" fmla="*/ 1 w 574700"/>
              <a:gd name="connsiteY7" fmla="*/ 571500 h 1142999"/>
              <a:gd name="connsiteX8" fmla="*/ 0 w 574700"/>
              <a:gd name="connsiteY8" fmla="*/ 571500 h 1142999"/>
              <a:gd name="connsiteX9" fmla="*/ 0 w 574700"/>
              <a:gd name="connsiteY9" fmla="*/ 571500 h 1142999"/>
              <a:gd name="connsiteX10" fmla="*/ 0 w 574700"/>
              <a:gd name="connsiteY10" fmla="*/ 571499 h 1142999"/>
              <a:gd name="connsiteX11" fmla="*/ 1 w 574700"/>
              <a:gd name="connsiteY11" fmla="*/ 571499 h 1142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74700" h="1142999">
                <a:moveTo>
                  <a:pt x="287350" y="0"/>
                </a:moveTo>
                <a:lnTo>
                  <a:pt x="574700" y="571499"/>
                </a:lnTo>
                <a:lnTo>
                  <a:pt x="574700" y="571499"/>
                </a:lnTo>
                <a:lnTo>
                  <a:pt x="574700" y="571500"/>
                </a:lnTo>
                <a:lnTo>
                  <a:pt x="574700" y="571500"/>
                </a:lnTo>
                <a:lnTo>
                  <a:pt x="574700" y="571500"/>
                </a:lnTo>
                <a:lnTo>
                  <a:pt x="287350" y="1142999"/>
                </a:lnTo>
                <a:lnTo>
                  <a:pt x="1" y="571500"/>
                </a:lnTo>
                <a:lnTo>
                  <a:pt x="0" y="571500"/>
                </a:lnTo>
                <a:lnTo>
                  <a:pt x="0" y="571500"/>
                </a:lnTo>
                <a:lnTo>
                  <a:pt x="0" y="571499"/>
                </a:lnTo>
                <a:lnTo>
                  <a:pt x="1" y="571499"/>
                </a:lnTo>
                <a:close/>
              </a:path>
            </a:pathLst>
          </a:custGeom>
          <a:gradFill>
            <a:gsLst>
              <a:gs pos="50000">
                <a:srgbClr val="EE9521"/>
              </a:gs>
              <a:gs pos="49000">
                <a:srgbClr val="F5BF7A"/>
              </a:gs>
              <a:gs pos="0">
                <a:srgbClr val="F5BF7A"/>
              </a:gs>
              <a:gs pos="100000">
                <a:srgbClr val="EE952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/>
          </a:p>
        </p:txBody>
      </p:sp>
      <p:sp>
        <p:nvSpPr>
          <p:cNvPr id="64" name="任意多边形 63"/>
          <p:cNvSpPr/>
          <p:nvPr/>
        </p:nvSpPr>
        <p:spPr>
          <a:xfrm flipV="1">
            <a:off x="1754188" y="1895475"/>
            <a:ext cx="574675" cy="1143000"/>
          </a:xfrm>
          <a:custGeom>
            <a:avLst/>
            <a:gdLst>
              <a:gd name="connsiteX0" fmla="*/ 0 w 574700"/>
              <a:gd name="connsiteY0" fmla="*/ 1142999 h 1142999"/>
              <a:gd name="connsiteX1" fmla="*/ 574700 w 574700"/>
              <a:gd name="connsiteY1" fmla="*/ 1142999 h 1142999"/>
              <a:gd name="connsiteX2" fmla="*/ 287350 w 574700"/>
              <a:gd name="connsiteY2" fmla="*/ 571500 h 1142999"/>
              <a:gd name="connsiteX3" fmla="*/ 574700 w 574700"/>
              <a:gd name="connsiteY3" fmla="*/ 0 h 1142999"/>
              <a:gd name="connsiteX4" fmla="*/ 0 w 574700"/>
              <a:gd name="connsiteY4" fmla="*/ 0 h 1142999"/>
              <a:gd name="connsiteX5" fmla="*/ 287350 w 574700"/>
              <a:gd name="connsiteY5" fmla="*/ 571500 h 1142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4700" h="1142999">
                <a:moveTo>
                  <a:pt x="0" y="1142999"/>
                </a:moveTo>
                <a:lnTo>
                  <a:pt x="574700" y="1142999"/>
                </a:lnTo>
                <a:lnTo>
                  <a:pt x="287350" y="571500"/>
                </a:lnTo>
                <a:lnTo>
                  <a:pt x="574700" y="0"/>
                </a:lnTo>
                <a:lnTo>
                  <a:pt x="0" y="0"/>
                </a:lnTo>
                <a:lnTo>
                  <a:pt x="287350" y="571500"/>
                </a:lnTo>
                <a:close/>
              </a:path>
            </a:pathLst>
          </a:custGeom>
          <a:solidFill>
            <a:srgbClr val="F8D5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/>
          </a:p>
        </p:txBody>
      </p:sp>
      <p:sp>
        <p:nvSpPr>
          <p:cNvPr id="63" name="任意多边形 62"/>
          <p:cNvSpPr/>
          <p:nvPr/>
        </p:nvSpPr>
        <p:spPr>
          <a:xfrm flipH="1">
            <a:off x="6884988" y="1895475"/>
            <a:ext cx="574675" cy="1143000"/>
          </a:xfrm>
          <a:custGeom>
            <a:avLst/>
            <a:gdLst>
              <a:gd name="connsiteX0" fmla="*/ 287350 w 574700"/>
              <a:gd name="connsiteY0" fmla="*/ 0 h 1142999"/>
              <a:gd name="connsiteX1" fmla="*/ 1 w 574700"/>
              <a:gd name="connsiteY1" fmla="*/ 571499 h 1142999"/>
              <a:gd name="connsiteX2" fmla="*/ 0 w 574700"/>
              <a:gd name="connsiteY2" fmla="*/ 571499 h 1142999"/>
              <a:gd name="connsiteX3" fmla="*/ 0 w 574700"/>
              <a:gd name="connsiteY3" fmla="*/ 571500 h 1142999"/>
              <a:gd name="connsiteX4" fmla="*/ 0 w 574700"/>
              <a:gd name="connsiteY4" fmla="*/ 571500 h 1142999"/>
              <a:gd name="connsiteX5" fmla="*/ 1 w 574700"/>
              <a:gd name="connsiteY5" fmla="*/ 571500 h 1142999"/>
              <a:gd name="connsiteX6" fmla="*/ 287350 w 574700"/>
              <a:gd name="connsiteY6" fmla="*/ 1142999 h 1142999"/>
              <a:gd name="connsiteX7" fmla="*/ 574700 w 574700"/>
              <a:gd name="connsiteY7" fmla="*/ 571500 h 1142999"/>
              <a:gd name="connsiteX8" fmla="*/ 574700 w 574700"/>
              <a:gd name="connsiteY8" fmla="*/ 571500 h 1142999"/>
              <a:gd name="connsiteX9" fmla="*/ 574700 w 574700"/>
              <a:gd name="connsiteY9" fmla="*/ 571500 h 1142999"/>
              <a:gd name="connsiteX10" fmla="*/ 574700 w 574700"/>
              <a:gd name="connsiteY10" fmla="*/ 571499 h 1142999"/>
              <a:gd name="connsiteX11" fmla="*/ 574700 w 574700"/>
              <a:gd name="connsiteY11" fmla="*/ 571499 h 1142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74700" h="1142999">
                <a:moveTo>
                  <a:pt x="287350" y="0"/>
                </a:moveTo>
                <a:lnTo>
                  <a:pt x="1" y="571499"/>
                </a:lnTo>
                <a:lnTo>
                  <a:pt x="0" y="571499"/>
                </a:lnTo>
                <a:lnTo>
                  <a:pt x="0" y="571500"/>
                </a:lnTo>
                <a:lnTo>
                  <a:pt x="0" y="571500"/>
                </a:lnTo>
                <a:lnTo>
                  <a:pt x="1" y="571500"/>
                </a:lnTo>
                <a:lnTo>
                  <a:pt x="287350" y="1142999"/>
                </a:lnTo>
                <a:lnTo>
                  <a:pt x="574700" y="571500"/>
                </a:lnTo>
                <a:lnTo>
                  <a:pt x="574700" y="571500"/>
                </a:lnTo>
                <a:lnTo>
                  <a:pt x="574700" y="571500"/>
                </a:lnTo>
                <a:lnTo>
                  <a:pt x="574700" y="571499"/>
                </a:lnTo>
                <a:lnTo>
                  <a:pt x="574700" y="571499"/>
                </a:lnTo>
                <a:close/>
              </a:path>
            </a:pathLst>
          </a:custGeom>
          <a:gradFill>
            <a:gsLst>
              <a:gs pos="50000">
                <a:srgbClr val="EE9521"/>
              </a:gs>
              <a:gs pos="49000">
                <a:srgbClr val="F5BF7A"/>
              </a:gs>
              <a:gs pos="0">
                <a:srgbClr val="F5BF7A"/>
              </a:gs>
              <a:gs pos="100000">
                <a:srgbClr val="EE952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/>
          </a:p>
        </p:txBody>
      </p:sp>
      <p:sp>
        <p:nvSpPr>
          <p:cNvPr id="65" name="任意多边形 64"/>
          <p:cNvSpPr/>
          <p:nvPr/>
        </p:nvSpPr>
        <p:spPr>
          <a:xfrm flipH="1" flipV="1">
            <a:off x="6597650" y="1895475"/>
            <a:ext cx="574675" cy="1143000"/>
          </a:xfrm>
          <a:custGeom>
            <a:avLst/>
            <a:gdLst>
              <a:gd name="connsiteX0" fmla="*/ 574700 w 574700"/>
              <a:gd name="connsiteY0" fmla="*/ 1142999 h 1142999"/>
              <a:gd name="connsiteX1" fmla="*/ 0 w 574700"/>
              <a:gd name="connsiteY1" fmla="*/ 1142999 h 1142999"/>
              <a:gd name="connsiteX2" fmla="*/ 287350 w 574700"/>
              <a:gd name="connsiteY2" fmla="*/ 571500 h 1142999"/>
              <a:gd name="connsiteX3" fmla="*/ 0 w 574700"/>
              <a:gd name="connsiteY3" fmla="*/ 0 h 1142999"/>
              <a:gd name="connsiteX4" fmla="*/ 574700 w 574700"/>
              <a:gd name="connsiteY4" fmla="*/ 0 h 1142999"/>
              <a:gd name="connsiteX5" fmla="*/ 287350 w 574700"/>
              <a:gd name="connsiteY5" fmla="*/ 571500 h 1142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4700" h="1142999">
                <a:moveTo>
                  <a:pt x="574700" y="1142999"/>
                </a:moveTo>
                <a:lnTo>
                  <a:pt x="0" y="1142999"/>
                </a:lnTo>
                <a:lnTo>
                  <a:pt x="287350" y="571500"/>
                </a:lnTo>
                <a:lnTo>
                  <a:pt x="0" y="0"/>
                </a:lnTo>
                <a:lnTo>
                  <a:pt x="574700" y="0"/>
                </a:lnTo>
                <a:lnTo>
                  <a:pt x="287350" y="571500"/>
                </a:lnTo>
                <a:close/>
              </a:path>
            </a:pathLst>
          </a:custGeom>
          <a:solidFill>
            <a:srgbClr val="F8D5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/>
          </a:p>
        </p:txBody>
      </p:sp>
      <p:sp>
        <p:nvSpPr>
          <p:cNvPr id="68" name="任意多边形 67"/>
          <p:cNvSpPr/>
          <p:nvPr/>
        </p:nvSpPr>
        <p:spPr>
          <a:xfrm>
            <a:off x="2041525" y="3355975"/>
            <a:ext cx="4843463" cy="1143000"/>
          </a:xfrm>
          <a:custGeom>
            <a:avLst/>
            <a:gdLst>
              <a:gd name="connsiteX0" fmla="*/ 287349 w 4844483"/>
              <a:gd name="connsiteY0" fmla="*/ 0 h 1142999"/>
              <a:gd name="connsiteX1" fmla="*/ 4557133 w 4844483"/>
              <a:gd name="connsiteY1" fmla="*/ 0 h 1142999"/>
              <a:gd name="connsiteX2" fmla="*/ 4844483 w 4844483"/>
              <a:gd name="connsiteY2" fmla="*/ 571499 h 1142999"/>
              <a:gd name="connsiteX3" fmla="*/ 4844482 w 4844483"/>
              <a:gd name="connsiteY3" fmla="*/ 571499 h 1142999"/>
              <a:gd name="connsiteX4" fmla="*/ 4844482 w 4844483"/>
              <a:gd name="connsiteY4" fmla="*/ 571500 h 1142999"/>
              <a:gd name="connsiteX5" fmla="*/ 4844482 w 4844483"/>
              <a:gd name="connsiteY5" fmla="*/ 571500 h 1142999"/>
              <a:gd name="connsiteX6" fmla="*/ 4844483 w 4844483"/>
              <a:gd name="connsiteY6" fmla="*/ 571500 h 1142999"/>
              <a:gd name="connsiteX7" fmla="*/ 4844483 w 4844483"/>
              <a:gd name="connsiteY7" fmla="*/ 571500 h 1142999"/>
              <a:gd name="connsiteX8" fmla="*/ 4557133 w 4844483"/>
              <a:gd name="connsiteY8" fmla="*/ 1142999 h 1142999"/>
              <a:gd name="connsiteX9" fmla="*/ 287349 w 4844483"/>
              <a:gd name="connsiteY9" fmla="*/ 1142999 h 1142999"/>
              <a:gd name="connsiteX10" fmla="*/ 0 w 4844483"/>
              <a:gd name="connsiteY10" fmla="*/ 571500 h 1142999"/>
              <a:gd name="connsiteX11" fmla="*/ 0 w 4844483"/>
              <a:gd name="connsiteY11" fmla="*/ 571500 h 1142999"/>
              <a:gd name="connsiteX12" fmla="*/ 1 w 4844483"/>
              <a:gd name="connsiteY12" fmla="*/ 571500 h 1142999"/>
              <a:gd name="connsiteX13" fmla="*/ 0 w 4844483"/>
              <a:gd name="connsiteY13" fmla="*/ 571500 h 1142999"/>
              <a:gd name="connsiteX14" fmla="*/ 1 w 4844483"/>
              <a:gd name="connsiteY14" fmla="*/ 571499 h 1142999"/>
              <a:gd name="connsiteX15" fmla="*/ 0 w 4844483"/>
              <a:gd name="connsiteY15" fmla="*/ 571499 h 1142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844483" h="1142999">
                <a:moveTo>
                  <a:pt x="287349" y="0"/>
                </a:moveTo>
                <a:lnTo>
                  <a:pt x="4557133" y="0"/>
                </a:lnTo>
                <a:lnTo>
                  <a:pt x="4844483" y="571499"/>
                </a:lnTo>
                <a:lnTo>
                  <a:pt x="4844482" y="571499"/>
                </a:lnTo>
                <a:lnTo>
                  <a:pt x="4844482" y="571500"/>
                </a:lnTo>
                <a:lnTo>
                  <a:pt x="4844482" y="571500"/>
                </a:lnTo>
                <a:lnTo>
                  <a:pt x="4844483" y="571500"/>
                </a:lnTo>
                <a:lnTo>
                  <a:pt x="4844483" y="571500"/>
                </a:lnTo>
                <a:lnTo>
                  <a:pt x="4557133" y="1142999"/>
                </a:lnTo>
                <a:lnTo>
                  <a:pt x="287349" y="1142999"/>
                </a:lnTo>
                <a:lnTo>
                  <a:pt x="0" y="571500"/>
                </a:lnTo>
                <a:lnTo>
                  <a:pt x="0" y="571500"/>
                </a:lnTo>
                <a:lnTo>
                  <a:pt x="1" y="571500"/>
                </a:lnTo>
                <a:lnTo>
                  <a:pt x="0" y="571500"/>
                </a:lnTo>
                <a:lnTo>
                  <a:pt x="1" y="571499"/>
                </a:lnTo>
                <a:lnTo>
                  <a:pt x="0" y="571499"/>
                </a:lnTo>
                <a:close/>
              </a:path>
            </a:pathLst>
          </a:custGeom>
          <a:gradFill flip="none" rotWithShape="1">
            <a:gsLst>
              <a:gs pos="50000">
                <a:srgbClr val="D9D9D9"/>
              </a:gs>
              <a:gs pos="49000">
                <a:srgbClr val="F5F5F5"/>
              </a:gs>
              <a:gs pos="0">
                <a:srgbClr val="F5F5F5"/>
              </a:gs>
              <a:gs pos="100000">
                <a:srgbClr val="F5F5F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dirty="0" err="1" smtClean="0">
                <a:solidFill>
                  <a:srgbClr val="7171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Checkmarx</a:t>
            </a:r>
            <a:r>
              <a:rPr lang="en-US" altLang="zh-CN" sz="1600" b="1" dirty="0" smtClean="0">
                <a:solidFill>
                  <a:srgbClr val="7171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b="1" dirty="0" err="1" smtClean="0">
                <a:solidFill>
                  <a:srgbClr val="7171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CxSuite</a:t>
            </a:r>
            <a:r>
              <a:rPr lang="en-US" altLang="zh-CN" sz="1600" b="1" dirty="0" smtClean="0">
                <a:solidFill>
                  <a:srgbClr val="7171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pPr algn="ctr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识别、跟踪和修复技术和逻辑上安全风险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任意多边形 68"/>
          <p:cNvSpPr/>
          <p:nvPr/>
        </p:nvSpPr>
        <p:spPr>
          <a:xfrm>
            <a:off x="1466850" y="3355975"/>
            <a:ext cx="574675" cy="1143000"/>
          </a:xfrm>
          <a:custGeom>
            <a:avLst/>
            <a:gdLst>
              <a:gd name="connsiteX0" fmla="*/ 287350 w 574700"/>
              <a:gd name="connsiteY0" fmla="*/ 0 h 1142999"/>
              <a:gd name="connsiteX1" fmla="*/ 574700 w 574700"/>
              <a:gd name="connsiteY1" fmla="*/ 571499 h 1142999"/>
              <a:gd name="connsiteX2" fmla="*/ 574700 w 574700"/>
              <a:gd name="connsiteY2" fmla="*/ 571499 h 1142999"/>
              <a:gd name="connsiteX3" fmla="*/ 574700 w 574700"/>
              <a:gd name="connsiteY3" fmla="*/ 571500 h 1142999"/>
              <a:gd name="connsiteX4" fmla="*/ 574700 w 574700"/>
              <a:gd name="connsiteY4" fmla="*/ 571500 h 1142999"/>
              <a:gd name="connsiteX5" fmla="*/ 574700 w 574700"/>
              <a:gd name="connsiteY5" fmla="*/ 571500 h 1142999"/>
              <a:gd name="connsiteX6" fmla="*/ 287350 w 574700"/>
              <a:gd name="connsiteY6" fmla="*/ 1142999 h 1142999"/>
              <a:gd name="connsiteX7" fmla="*/ 1 w 574700"/>
              <a:gd name="connsiteY7" fmla="*/ 571500 h 1142999"/>
              <a:gd name="connsiteX8" fmla="*/ 0 w 574700"/>
              <a:gd name="connsiteY8" fmla="*/ 571500 h 1142999"/>
              <a:gd name="connsiteX9" fmla="*/ 0 w 574700"/>
              <a:gd name="connsiteY9" fmla="*/ 571500 h 1142999"/>
              <a:gd name="connsiteX10" fmla="*/ 0 w 574700"/>
              <a:gd name="connsiteY10" fmla="*/ 571499 h 1142999"/>
              <a:gd name="connsiteX11" fmla="*/ 1 w 574700"/>
              <a:gd name="connsiteY11" fmla="*/ 571499 h 1142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74700" h="1142999">
                <a:moveTo>
                  <a:pt x="287350" y="0"/>
                </a:moveTo>
                <a:lnTo>
                  <a:pt x="574700" y="571499"/>
                </a:lnTo>
                <a:lnTo>
                  <a:pt x="574700" y="571499"/>
                </a:lnTo>
                <a:lnTo>
                  <a:pt x="574700" y="571500"/>
                </a:lnTo>
                <a:lnTo>
                  <a:pt x="574700" y="571500"/>
                </a:lnTo>
                <a:lnTo>
                  <a:pt x="574700" y="571500"/>
                </a:lnTo>
                <a:lnTo>
                  <a:pt x="287350" y="1142999"/>
                </a:lnTo>
                <a:lnTo>
                  <a:pt x="1" y="571500"/>
                </a:lnTo>
                <a:lnTo>
                  <a:pt x="0" y="571500"/>
                </a:lnTo>
                <a:lnTo>
                  <a:pt x="0" y="571500"/>
                </a:lnTo>
                <a:lnTo>
                  <a:pt x="0" y="571499"/>
                </a:lnTo>
                <a:lnTo>
                  <a:pt x="1" y="571499"/>
                </a:lnTo>
                <a:close/>
              </a:path>
            </a:pathLst>
          </a:custGeom>
          <a:gradFill>
            <a:gsLst>
              <a:gs pos="50000">
                <a:srgbClr val="50ACC3"/>
              </a:gs>
              <a:gs pos="49000">
                <a:srgbClr val="68BACF"/>
              </a:gs>
              <a:gs pos="0">
                <a:srgbClr val="68BACF"/>
              </a:gs>
              <a:gs pos="100000">
                <a:srgbClr val="50ACC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/>
          </a:p>
        </p:txBody>
      </p:sp>
      <p:sp>
        <p:nvSpPr>
          <p:cNvPr id="70" name="任意多边形 69"/>
          <p:cNvSpPr/>
          <p:nvPr/>
        </p:nvSpPr>
        <p:spPr>
          <a:xfrm flipV="1">
            <a:off x="1754188" y="3355975"/>
            <a:ext cx="574675" cy="1143000"/>
          </a:xfrm>
          <a:custGeom>
            <a:avLst/>
            <a:gdLst>
              <a:gd name="connsiteX0" fmla="*/ 0 w 574700"/>
              <a:gd name="connsiteY0" fmla="*/ 1142999 h 1142999"/>
              <a:gd name="connsiteX1" fmla="*/ 574700 w 574700"/>
              <a:gd name="connsiteY1" fmla="*/ 1142999 h 1142999"/>
              <a:gd name="connsiteX2" fmla="*/ 287350 w 574700"/>
              <a:gd name="connsiteY2" fmla="*/ 571500 h 1142999"/>
              <a:gd name="connsiteX3" fmla="*/ 574700 w 574700"/>
              <a:gd name="connsiteY3" fmla="*/ 0 h 1142999"/>
              <a:gd name="connsiteX4" fmla="*/ 0 w 574700"/>
              <a:gd name="connsiteY4" fmla="*/ 0 h 1142999"/>
              <a:gd name="connsiteX5" fmla="*/ 287350 w 574700"/>
              <a:gd name="connsiteY5" fmla="*/ 571500 h 1142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4700" h="1142999">
                <a:moveTo>
                  <a:pt x="0" y="1142999"/>
                </a:moveTo>
                <a:lnTo>
                  <a:pt x="574700" y="1142999"/>
                </a:lnTo>
                <a:lnTo>
                  <a:pt x="287350" y="571500"/>
                </a:lnTo>
                <a:lnTo>
                  <a:pt x="574700" y="0"/>
                </a:lnTo>
                <a:lnTo>
                  <a:pt x="0" y="0"/>
                </a:lnTo>
                <a:lnTo>
                  <a:pt x="287350" y="571500"/>
                </a:lnTo>
                <a:close/>
              </a:path>
            </a:pathLst>
          </a:custGeom>
          <a:solidFill>
            <a:srgbClr val="98D0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/>
          </a:p>
        </p:txBody>
      </p:sp>
      <p:sp>
        <p:nvSpPr>
          <p:cNvPr id="71" name="任意多边形 70"/>
          <p:cNvSpPr/>
          <p:nvPr/>
        </p:nvSpPr>
        <p:spPr>
          <a:xfrm flipH="1">
            <a:off x="6884988" y="3355975"/>
            <a:ext cx="574675" cy="1143000"/>
          </a:xfrm>
          <a:custGeom>
            <a:avLst/>
            <a:gdLst>
              <a:gd name="connsiteX0" fmla="*/ 287350 w 574700"/>
              <a:gd name="connsiteY0" fmla="*/ 0 h 1142999"/>
              <a:gd name="connsiteX1" fmla="*/ 1 w 574700"/>
              <a:gd name="connsiteY1" fmla="*/ 571499 h 1142999"/>
              <a:gd name="connsiteX2" fmla="*/ 0 w 574700"/>
              <a:gd name="connsiteY2" fmla="*/ 571499 h 1142999"/>
              <a:gd name="connsiteX3" fmla="*/ 0 w 574700"/>
              <a:gd name="connsiteY3" fmla="*/ 571500 h 1142999"/>
              <a:gd name="connsiteX4" fmla="*/ 0 w 574700"/>
              <a:gd name="connsiteY4" fmla="*/ 571500 h 1142999"/>
              <a:gd name="connsiteX5" fmla="*/ 1 w 574700"/>
              <a:gd name="connsiteY5" fmla="*/ 571500 h 1142999"/>
              <a:gd name="connsiteX6" fmla="*/ 287350 w 574700"/>
              <a:gd name="connsiteY6" fmla="*/ 1142999 h 1142999"/>
              <a:gd name="connsiteX7" fmla="*/ 574700 w 574700"/>
              <a:gd name="connsiteY7" fmla="*/ 571500 h 1142999"/>
              <a:gd name="connsiteX8" fmla="*/ 574700 w 574700"/>
              <a:gd name="connsiteY8" fmla="*/ 571500 h 1142999"/>
              <a:gd name="connsiteX9" fmla="*/ 574700 w 574700"/>
              <a:gd name="connsiteY9" fmla="*/ 571500 h 1142999"/>
              <a:gd name="connsiteX10" fmla="*/ 574700 w 574700"/>
              <a:gd name="connsiteY10" fmla="*/ 571499 h 1142999"/>
              <a:gd name="connsiteX11" fmla="*/ 574700 w 574700"/>
              <a:gd name="connsiteY11" fmla="*/ 571499 h 1142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74700" h="1142999">
                <a:moveTo>
                  <a:pt x="287350" y="0"/>
                </a:moveTo>
                <a:lnTo>
                  <a:pt x="1" y="571499"/>
                </a:lnTo>
                <a:lnTo>
                  <a:pt x="0" y="571499"/>
                </a:lnTo>
                <a:lnTo>
                  <a:pt x="0" y="571500"/>
                </a:lnTo>
                <a:lnTo>
                  <a:pt x="0" y="571500"/>
                </a:lnTo>
                <a:lnTo>
                  <a:pt x="1" y="571500"/>
                </a:lnTo>
                <a:lnTo>
                  <a:pt x="287350" y="1142999"/>
                </a:lnTo>
                <a:lnTo>
                  <a:pt x="574700" y="571500"/>
                </a:lnTo>
                <a:lnTo>
                  <a:pt x="574700" y="571500"/>
                </a:lnTo>
                <a:lnTo>
                  <a:pt x="574700" y="571500"/>
                </a:lnTo>
                <a:lnTo>
                  <a:pt x="574700" y="571499"/>
                </a:lnTo>
                <a:lnTo>
                  <a:pt x="574700" y="571499"/>
                </a:lnTo>
                <a:close/>
              </a:path>
            </a:pathLst>
          </a:custGeom>
          <a:gradFill>
            <a:gsLst>
              <a:gs pos="50000">
                <a:srgbClr val="50ACC3"/>
              </a:gs>
              <a:gs pos="49000">
                <a:srgbClr val="68BACF"/>
              </a:gs>
              <a:gs pos="0">
                <a:srgbClr val="68BACF"/>
              </a:gs>
              <a:gs pos="100000">
                <a:srgbClr val="50ACC3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/>
          </a:p>
        </p:txBody>
      </p:sp>
      <p:sp>
        <p:nvSpPr>
          <p:cNvPr id="72" name="任意多边形 71"/>
          <p:cNvSpPr/>
          <p:nvPr/>
        </p:nvSpPr>
        <p:spPr>
          <a:xfrm flipH="1" flipV="1">
            <a:off x="6597650" y="3355975"/>
            <a:ext cx="574675" cy="1143000"/>
          </a:xfrm>
          <a:custGeom>
            <a:avLst/>
            <a:gdLst>
              <a:gd name="connsiteX0" fmla="*/ 574700 w 574700"/>
              <a:gd name="connsiteY0" fmla="*/ 1142999 h 1142999"/>
              <a:gd name="connsiteX1" fmla="*/ 0 w 574700"/>
              <a:gd name="connsiteY1" fmla="*/ 1142999 h 1142999"/>
              <a:gd name="connsiteX2" fmla="*/ 287350 w 574700"/>
              <a:gd name="connsiteY2" fmla="*/ 571500 h 1142999"/>
              <a:gd name="connsiteX3" fmla="*/ 0 w 574700"/>
              <a:gd name="connsiteY3" fmla="*/ 0 h 1142999"/>
              <a:gd name="connsiteX4" fmla="*/ 574700 w 574700"/>
              <a:gd name="connsiteY4" fmla="*/ 0 h 1142999"/>
              <a:gd name="connsiteX5" fmla="*/ 287350 w 574700"/>
              <a:gd name="connsiteY5" fmla="*/ 571500 h 1142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4700" h="1142999">
                <a:moveTo>
                  <a:pt x="574700" y="1142999"/>
                </a:moveTo>
                <a:lnTo>
                  <a:pt x="0" y="1142999"/>
                </a:lnTo>
                <a:lnTo>
                  <a:pt x="287350" y="571500"/>
                </a:lnTo>
                <a:lnTo>
                  <a:pt x="0" y="0"/>
                </a:lnTo>
                <a:lnTo>
                  <a:pt x="574700" y="0"/>
                </a:lnTo>
                <a:lnTo>
                  <a:pt x="287350" y="571500"/>
                </a:lnTo>
                <a:close/>
              </a:path>
            </a:pathLst>
          </a:custGeom>
          <a:solidFill>
            <a:srgbClr val="98D0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/>
          </a:p>
        </p:txBody>
      </p:sp>
      <p:sp>
        <p:nvSpPr>
          <p:cNvPr id="74" name="任意多边形 73"/>
          <p:cNvSpPr/>
          <p:nvPr/>
        </p:nvSpPr>
        <p:spPr>
          <a:xfrm>
            <a:off x="2041525" y="4816475"/>
            <a:ext cx="4843463" cy="1143000"/>
          </a:xfrm>
          <a:custGeom>
            <a:avLst/>
            <a:gdLst>
              <a:gd name="connsiteX0" fmla="*/ 287349 w 4844483"/>
              <a:gd name="connsiteY0" fmla="*/ 0 h 1142999"/>
              <a:gd name="connsiteX1" fmla="*/ 4557133 w 4844483"/>
              <a:gd name="connsiteY1" fmla="*/ 0 h 1142999"/>
              <a:gd name="connsiteX2" fmla="*/ 4844483 w 4844483"/>
              <a:gd name="connsiteY2" fmla="*/ 571499 h 1142999"/>
              <a:gd name="connsiteX3" fmla="*/ 4844482 w 4844483"/>
              <a:gd name="connsiteY3" fmla="*/ 571499 h 1142999"/>
              <a:gd name="connsiteX4" fmla="*/ 4844482 w 4844483"/>
              <a:gd name="connsiteY4" fmla="*/ 571500 h 1142999"/>
              <a:gd name="connsiteX5" fmla="*/ 4844482 w 4844483"/>
              <a:gd name="connsiteY5" fmla="*/ 571500 h 1142999"/>
              <a:gd name="connsiteX6" fmla="*/ 4844483 w 4844483"/>
              <a:gd name="connsiteY6" fmla="*/ 571500 h 1142999"/>
              <a:gd name="connsiteX7" fmla="*/ 4844483 w 4844483"/>
              <a:gd name="connsiteY7" fmla="*/ 571500 h 1142999"/>
              <a:gd name="connsiteX8" fmla="*/ 4557133 w 4844483"/>
              <a:gd name="connsiteY8" fmla="*/ 1142999 h 1142999"/>
              <a:gd name="connsiteX9" fmla="*/ 287349 w 4844483"/>
              <a:gd name="connsiteY9" fmla="*/ 1142999 h 1142999"/>
              <a:gd name="connsiteX10" fmla="*/ 0 w 4844483"/>
              <a:gd name="connsiteY10" fmla="*/ 571500 h 1142999"/>
              <a:gd name="connsiteX11" fmla="*/ 0 w 4844483"/>
              <a:gd name="connsiteY11" fmla="*/ 571500 h 1142999"/>
              <a:gd name="connsiteX12" fmla="*/ 1 w 4844483"/>
              <a:gd name="connsiteY12" fmla="*/ 571500 h 1142999"/>
              <a:gd name="connsiteX13" fmla="*/ 0 w 4844483"/>
              <a:gd name="connsiteY13" fmla="*/ 571500 h 1142999"/>
              <a:gd name="connsiteX14" fmla="*/ 1 w 4844483"/>
              <a:gd name="connsiteY14" fmla="*/ 571499 h 1142999"/>
              <a:gd name="connsiteX15" fmla="*/ 0 w 4844483"/>
              <a:gd name="connsiteY15" fmla="*/ 571499 h 1142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844483" h="1142999">
                <a:moveTo>
                  <a:pt x="287349" y="0"/>
                </a:moveTo>
                <a:lnTo>
                  <a:pt x="4557133" y="0"/>
                </a:lnTo>
                <a:lnTo>
                  <a:pt x="4844483" y="571499"/>
                </a:lnTo>
                <a:lnTo>
                  <a:pt x="4844482" y="571499"/>
                </a:lnTo>
                <a:lnTo>
                  <a:pt x="4844482" y="571500"/>
                </a:lnTo>
                <a:lnTo>
                  <a:pt x="4844482" y="571500"/>
                </a:lnTo>
                <a:lnTo>
                  <a:pt x="4844483" y="571500"/>
                </a:lnTo>
                <a:lnTo>
                  <a:pt x="4844483" y="571500"/>
                </a:lnTo>
                <a:lnTo>
                  <a:pt x="4557133" y="1142999"/>
                </a:lnTo>
                <a:lnTo>
                  <a:pt x="287349" y="1142999"/>
                </a:lnTo>
                <a:lnTo>
                  <a:pt x="0" y="571500"/>
                </a:lnTo>
                <a:lnTo>
                  <a:pt x="0" y="571500"/>
                </a:lnTo>
                <a:lnTo>
                  <a:pt x="1" y="571500"/>
                </a:lnTo>
                <a:lnTo>
                  <a:pt x="0" y="571500"/>
                </a:lnTo>
                <a:lnTo>
                  <a:pt x="1" y="571499"/>
                </a:lnTo>
                <a:lnTo>
                  <a:pt x="0" y="571499"/>
                </a:lnTo>
                <a:close/>
              </a:path>
            </a:pathLst>
          </a:custGeom>
          <a:gradFill flip="none" rotWithShape="1">
            <a:gsLst>
              <a:gs pos="50000">
                <a:srgbClr val="D9D9D9"/>
              </a:gs>
              <a:gs pos="49000">
                <a:srgbClr val="F5F5F5"/>
              </a:gs>
              <a:gs pos="0">
                <a:srgbClr val="F5F5F5"/>
              </a:gs>
              <a:gs pos="100000">
                <a:srgbClr val="F5F5F5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b="1" dirty="0" err="1" smtClean="0">
                <a:solidFill>
                  <a:srgbClr val="7171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Armorize</a:t>
            </a:r>
            <a:r>
              <a:rPr lang="en-US" altLang="zh-CN" sz="1600" b="1" dirty="0" smtClean="0">
                <a:solidFill>
                  <a:srgbClr val="7171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b="1" dirty="0" err="1" smtClean="0">
                <a:solidFill>
                  <a:srgbClr val="71717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CodeSecurre</a:t>
            </a:r>
            <a:endParaRPr lang="en-US" altLang="zh-CN" sz="1600" b="1" dirty="0" smtClean="0">
              <a:solidFill>
                <a:srgbClr val="71717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eaLnBrk="1" fontAlgn="auto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针对</a:t>
            </a:r>
            <a:r>
              <a:rPr lang="en-US" altLang="zh-CN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Web</a:t>
            </a:r>
            <a:r>
              <a:rPr lang="zh-CN" altLang="en-US" sz="16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的应用程序漏洞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任意多边形 74"/>
          <p:cNvSpPr/>
          <p:nvPr/>
        </p:nvSpPr>
        <p:spPr>
          <a:xfrm>
            <a:off x="1466850" y="4816475"/>
            <a:ext cx="574675" cy="1143000"/>
          </a:xfrm>
          <a:custGeom>
            <a:avLst/>
            <a:gdLst>
              <a:gd name="connsiteX0" fmla="*/ 287350 w 574700"/>
              <a:gd name="connsiteY0" fmla="*/ 0 h 1142999"/>
              <a:gd name="connsiteX1" fmla="*/ 574700 w 574700"/>
              <a:gd name="connsiteY1" fmla="*/ 571499 h 1142999"/>
              <a:gd name="connsiteX2" fmla="*/ 574700 w 574700"/>
              <a:gd name="connsiteY2" fmla="*/ 571499 h 1142999"/>
              <a:gd name="connsiteX3" fmla="*/ 574700 w 574700"/>
              <a:gd name="connsiteY3" fmla="*/ 571500 h 1142999"/>
              <a:gd name="connsiteX4" fmla="*/ 574700 w 574700"/>
              <a:gd name="connsiteY4" fmla="*/ 571500 h 1142999"/>
              <a:gd name="connsiteX5" fmla="*/ 574700 w 574700"/>
              <a:gd name="connsiteY5" fmla="*/ 571500 h 1142999"/>
              <a:gd name="connsiteX6" fmla="*/ 287350 w 574700"/>
              <a:gd name="connsiteY6" fmla="*/ 1142999 h 1142999"/>
              <a:gd name="connsiteX7" fmla="*/ 1 w 574700"/>
              <a:gd name="connsiteY7" fmla="*/ 571500 h 1142999"/>
              <a:gd name="connsiteX8" fmla="*/ 0 w 574700"/>
              <a:gd name="connsiteY8" fmla="*/ 571500 h 1142999"/>
              <a:gd name="connsiteX9" fmla="*/ 0 w 574700"/>
              <a:gd name="connsiteY9" fmla="*/ 571500 h 1142999"/>
              <a:gd name="connsiteX10" fmla="*/ 0 w 574700"/>
              <a:gd name="connsiteY10" fmla="*/ 571499 h 1142999"/>
              <a:gd name="connsiteX11" fmla="*/ 1 w 574700"/>
              <a:gd name="connsiteY11" fmla="*/ 571499 h 1142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74700" h="1142999">
                <a:moveTo>
                  <a:pt x="287350" y="0"/>
                </a:moveTo>
                <a:lnTo>
                  <a:pt x="574700" y="571499"/>
                </a:lnTo>
                <a:lnTo>
                  <a:pt x="574700" y="571499"/>
                </a:lnTo>
                <a:lnTo>
                  <a:pt x="574700" y="571500"/>
                </a:lnTo>
                <a:lnTo>
                  <a:pt x="574700" y="571500"/>
                </a:lnTo>
                <a:lnTo>
                  <a:pt x="574700" y="571500"/>
                </a:lnTo>
                <a:lnTo>
                  <a:pt x="287350" y="1142999"/>
                </a:lnTo>
                <a:lnTo>
                  <a:pt x="1" y="571500"/>
                </a:lnTo>
                <a:lnTo>
                  <a:pt x="0" y="571500"/>
                </a:lnTo>
                <a:lnTo>
                  <a:pt x="0" y="571500"/>
                </a:lnTo>
                <a:lnTo>
                  <a:pt x="0" y="571499"/>
                </a:lnTo>
                <a:lnTo>
                  <a:pt x="1" y="571499"/>
                </a:lnTo>
                <a:close/>
              </a:path>
            </a:pathLst>
          </a:custGeom>
          <a:gradFill>
            <a:gsLst>
              <a:gs pos="50000">
                <a:srgbClr val="89786B"/>
              </a:gs>
              <a:gs pos="49000">
                <a:srgbClr val="A0937A"/>
              </a:gs>
              <a:gs pos="0">
                <a:srgbClr val="A0937A"/>
              </a:gs>
              <a:gs pos="100000">
                <a:srgbClr val="89786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/>
          </a:p>
        </p:txBody>
      </p:sp>
      <p:sp>
        <p:nvSpPr>
          <p:cNvPr id="76" name="任意多边形 75"/>
          <p:cNvSpPr/>
          <p:nvPr/>
        </p:nvSpPr>
        <p:spPr>
          <a:xfrm flipV="1">
            <a:off x="1754188" y="4816475"/>
            <a:ext cx="574675" cy="1143000"/>
          </a:xfrm>
          <a:custGeom>
            <a:avLst/>
            <a:gdLst>
              <a:gd name="connsiteX0" fmla="*/ 0 w 574700"/>
              <a:gd name="connsiteY0" fmla="*/ 1142999 h 1142999"/>
              <a:gd name="connsiteX1" fmla="*/ 574700 w 574700"/>
              <a:gd name="connsiteY1" fmla="*/ 1142999 h 1142999"/>
              <a:gd name="connsiteX2" fmla="*/ 287350 w 574700"/>
              <a:gd name="connsiteY2" fmla="*/ 571500 h 1142999"/>
              <a:gd name="connsiteX3" fmla="*/ 574700 w 574700"/>
              <a:gd name="connsiteY3" fmla="*/ 0 h 1142999"/>
              <a:gd name="connsiteX4" fmla="*/ 0 w 574700"/>
              <a:gd name="connsiteY4" fmla="*/ 0 h 1142999"/>
              <a:gd name="connsiteX5" fmla="*/ 287350 w 574700"/>
              <a:gd name="connsiteY5" fmla="*/ 571500 h 1142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4700" h="1142999">
                <a:moveTo>
                  <a:pt x="0" y="1142999"/>
                </a:moveTo>
                <a:lnTo>
                  <a:pt x="574700" y="1142999"/>
                </a:lnTo>
                <a:lnTo>
                  <a:pt x="287350" y="571500"/>
                </a:lnTo>
                <a:lnTo>
                  <a:pt x="574700" y="0"/>
                </a:lnTo>
                <a:lnTo>
                  <a:pt x="0" y="0"/>
                </a:lnTo>
                <a:lnTo>
                  <a:pt x="287350" y="571500"/>
                </a:lnTo>
                <a:close/>
              </a:path>
            </a:pathLst>
          </a:custGeom>
          <a:solidFill>
            <a:srgbClr val="C8B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/>
          </a:p>
        </p:txBody>
      </p:sp>
      <p:sp>
        <p:nvSpPr>
          <p:cNvPr id="77" name="任意多边形 76"/>
          <p:cNvSpPr/>
          <p:nvPr/>
        </p:nvSpPr>
        <p:spPr>
          <a:xfrm flipH="1">
            <a:off x="6884988" y="4816475"/>
            <a:ext cx="574675" cy="1143000"/>
          </a:xfrm>
          <a:custGeom>
            <a:avLst/>
            <a:gdLst>
              <a:gd name="connsiteX0" fmla="*/ 287350 w 574700"/>
              <a:gd name="connsiteY0" fmla="*/ 0 h 1142999"/>
              <a:gd name="connsiteX1" fmla="*/ 1 w 574700"/>
              <a:gd name="connsiteY1" fmla="*/ 571499 h 1142999"/>
              <a:gd name="connsiteX2" fmla="*/ 0 w 574700"/>
              <a:gd name="connsiteY2" fmla="*/ 571499 h 1142999"/>
              <a:gd name="connsiteX3" fmla="*/ 0 w 574700"/>
              <a:gd name="connsiteY3" fmla="*/ 571500 h 1142999"/>
              <a:gd name="connsiteX4" fmla="*/ 0 w 574700"/>
              <a:gd name="connsiteY4" fmla="*/ 571500 h 1142999"/>
              <a:gd name="connsiteX5" fmla="*/ 1 w 574700"/>
              <a:gd name="connsiteY5" fmla="*/ 571500 h 1142999"/>
              <a:gd name="connsiteX6" fmla="*/ 287350 w 574700"/>
              <a:gd name="connsiteY6" fmla="*/ 1142999 h 1142999"/>
              <a:gd name="connsiteX7" fmla="*/ 574700 w 574700"/>
              <a:gd name="connsiteY7" fmla="*/ 571500 h 1142999"/>
              <a:gd name="connsiteX8" fmla="*/ 574700 w 574700"/>
              <a:gd name="connsiteY8" fmla="*/ 571500 h 1142999"/>
              <a:gd name="connsiteX9" fmla="*/ 574700 w 574700"/>
              <a:gd name="connsiteY9" fmla="*/ 571500 h 1142999"/>
              <a:gd name="connsiteX10" fmla="*/ 574700 w 574700"/>
              <a:gd name="connsiteY10" fmla="*/ 571499 h 1142999"/>
              <a:gd name="connsiteX11" fmla="*/ 574700 w 574700"/>
              <a:gd name="connsiteY11" fmla="*/ 571499 h 1142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74700" h="1142999">
                <a:moveTo>
                  <a:pt x="287350" y="0"/>
                </a:moveTo>
                <a:lnTo>
                  <a:pt x="1" y="571499"/>
                </a:lnTo>
                <a:lnTo>
                  <a:pt x="0" y="571499"/>
                </a:lnTo>
                <a:lnTo>
                  <a:pt x="0" y="571500"/>
                </a:lnTo>
                <a:lnTo>
                  <a:pt x="0" y="571500"/>
                </a:lnTo>
                <a:lnTo>
                  <a:pt x="1" y="571500"/>
                </a:lnTo>
                <a:lnTo>
                  <a:pt x="287350" y="1142999"/>
                </a:lnTo>
                <a:lnTo>
                  <a:pt x="574700" y="571500"/>
                </a:lnTo>
                <a:lnTo>
                  <a:pt x="574700" y="571500"/>
                </a:lnTo>
                <a:lnTo>
                  <a:pt x="574700" y="571500"/>
                </a:lnTo>
                <a:lnTo>
                  <a:pt x="574700" y="571499"/>
                </a:lnTo>
                <a:lnTo>
                  <a:pt x="574700" y="571499"/>
                </a:lnTo>
                <a:close/>
              </a:path>
            </a:pathLst>
          </a:custGeom>
          <a:gradFill>
            <a:gsLst>
              <a:gs pos="50000">
                <a:srgbClr val="89786B"/>
              </a:gs>
              <a:gs pos="49000">
                <a:srgbClr val="A0937A"/>
              </a:gs>
              <a:gs pos="0">
                <a:srgbClr val="A0937A"/>
              </a:gs>
              <a:gs pos="100000">
                <a:srgbClr val="89786B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/>
          </a:p>
        </p:txBody>
      </p:sp>
      <p:sp>
        <p:nvSpPr>
          <p:cNvPr id="78" name="任意多边形 77"/>
          <p:cNvSpPr/>
          <p:nvPr/>
        </p:nvSpPr>
        <p:spPr>
          <a:xfrm flipH="1" flipV="1">
            <a:off x="6597650" y="4816475"/>
            <a:ext cx="574675" cy="1143000"/>
          </a:xfrm>
          <a:custGeom>
            <a:avLst/>
            <a:gdLst>
              <a:gd name="connsiteX0" fmla="*/ 574700 w 574700"/>
              <a:gd name="connsiteY0" fmla="*/ 1142999 h 1142999"/>
              <a:gd name="connsiteX1" fmla="*/ 0 w 574700"/>
              <a:gd name="connsiteY1" fmla="*/ 1142999 h 1142999"/>
              <a:gd name="connsiteX2" fmla="*/ 287350 w 574700"/>
              <a:gd name="connsiteY2" fmla="*/ 571500 h 1142999"/>
              <a:gd name="connsiteX3" fmla="*/ 0 w 574700"/>
              <a:gd name="connsiteY3" fmla="*/ 0 h 1142999"/>
              <a:gd name="connsiteX4" fmla="*/ 574700 w 574700"/>
              <a:gd name="connsiteY4" fmla="*/ 0 h 1142999"/>
              <a:gd name="connsiteX5" fmla="*/ 287350 w 574700"/>
              <a:gd name="connsiteY5" fmla="*/ 571500 h 1142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74700" h="1142999">
                <a:moveTo>
                  <a:pt x="574700" y="1142999"/>
                </a:moveTo>
                <a:lnTo>
                  <a:pt x="0" y="1142999"/>
                </a:lnTo>
                <a:lnTo>
                  <a:pt x="287350" y="571500"/>
                </a:lnTo>
                <a:lnTo>
                  <a:pt x="0" y="0"/>
                </a:lnTo>
                <a:lnTo>
                  <a:pt x="574700" y="0"/>
                </a:lnTo>
                <a:lnTo>
                  <a:pt x="287350" y="571500"/>
                </a:lnTo>
                <a:close/>
              </a:path>
            </a:pathLst>
          </a:custGeom>
          <a:solidFill>
            <a:srgbClr val="C8B8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b="1"/>
          </a:p>
        </p:txBody>
      </p:sp>
      <p:sp>
        <p:nvSpPr>
          <p:cNvPr id="5137" name="标题 4"/>
          <p:cNvSpPr>
            <a:spLocks noGrp="1"/>
          </p:cNvSpPr>
          <p:nvPr>
            <p:ph type="title"/>
          </p:nvPr>
        </p:nvSpPr>
        <p:spPr>
          <a:xfrm>
            <a:off x="1115616" y="116632"/>
            <a:ext cx="8353425" cy="720725"/>
          </a:xfrm>
        </p:spPr>
        <p:txBody>
          <a:bodyPr/>
          <a:lstStyle/>
          <a:p>
            <a:r>
              <a:rPr lang="zh-CN" altLang="en-US" dirty="0" smtClean="0"/>
              <a:t>源代码安全工具</a:t>
            </a:r>
          </a:p>
        </p:txBody>
      </p:sp>
    </p:spTree>
    <p:extLst>
      <p:ext uri="{BB962C8B-B14F-4D97-AF65-F5344CB8AC3E}">
        <p14:creationId xmlns:p14="http://schemas.microsoft.com/office/powerpoint/2010/main" val="892949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任意多边形 23"/>
          <p:cNvSpPr/>
          <p:nvPr/>
        </p:nvSpPr>
        <p:spPr>
          <a:xfrm>
            <a:off x="4148138" y="2586038"/>
            <a:ext cx="1439862" cy="1476375"/>
          </a:xfrm>
          <a:custGeom>
            <a:avLst/>
            <a:gdLst>
              <a:gd name="connsiteX0" fmla="*/ 0 w 1768701"/>
              <a:gd name="connsiteY0" fmla="*/ 0 h 1819275"/>
              <a:gd name="connsiteX1" fmla="*/ 1239837 w 1768701"/>
              <a:gd name="connsiteY1" fmla="*/ 0 h 1819275"/>
              <a:gd name="connsiteX2" fmla="*/ 1425575 w 1768701"/>
              <a:gd name="connsiteY2" fmla="*/ 1819275 h 1819275"/>
              <a:gd name="connsiteX3" fmla="*/ 1217011 w 1768701"/>
              <a:gd name="connsiteY3" fmla="*/ 1151279 h 1819275"/>
              <a:gd name="connsiteX4" fmla="*/ 1120532 w 1768701"/>
              <a:gd name="connsiteY4" fmla="*/ 960656 h 1819275"/>
              <a:gd name="connsiteX5" fmla="*/ 1125218 w 1768701"/>
              <a:gd name="connsiteY5" fmla="*/ 962449 h 1819275"/>
              <a:gd name="connsiteX6" fmla="*/ 1087312 w 1768701"/>
              <a:gd name="connsiteY6" fmla="*/ 895020 h 1819275"/>
              <a:gd name="connsiteX7" fmla="*/ 1067594 w 1768701"/>
              <a:gd name="connsiteY7" fmla="*/ 856060 h 1819275"/>
              <a:gd name="connsiteX8" fmla="*/ 1044723 w 1768701"/>
              <a:gd name="connsiteY8" fmla="*/ 819259 h 1819275"/>
              <a:gd name="connsiteX9" fmla="*/ 1032247 w 1768701"/>
              <a:gd name="connsiteY9" fmla="*/ 797066 h 1819275"/>
              <a:gd name="connsiteX10" fmla="*/ 1011074 w 1768701"/>
              <a:gd name="connsiteY10" fmla="*/ 765115 h 1819275"/>
              <a:gd name="connsiteX11" fmla="*/ 976419 w 1768701"/>
              <a:gd name="connsiteY11" fmla="*/ 709350 h 1819275"/>
              <a:gd name="connsiteX12" fmla="*/ 949071 w 1768701"/>
              <a:gd name="connsiteY12" fmla="*/ 671548 h 1819275"/>
              <a:gd name="connsiteX13" fmla="*/ 932625 w 1768701"/>
              <a:gd name="connsiteY13" fmla="*/ 646730 h 1819275"/>
              <a:gd name="connsiteX14" fmla="*/ 911183 w 1768701"/>
              <a:gd name="connsiteY14" fmla="*/ 619176 h 1819275"/>
              <a:gd name="connsiteX15" fmla="*/ 873826 w 1768701"/>
              <a:gd name="connsiteY15" fmla="*/ 567538 h 1819275"/>
              <a:gd name="connsiteX16" fmla="*/ 842456 w 1768701"/>
              <a:gd name="connsiteY16" fmla="*/ 530859 h 1819275"/>
              <a:gd name="connsiteX17" fmla="*/ 827460 w 1768701"/>
              <a:gd name="connsiteY17" fmla="*/ 511589 h 1819275"/>
              <a:gd name="connsiteX18" fmla="*/ 804660 w 1768701"/>
              <a:gd name="connsiteY18" fmla="*/ 486667 h 1819275"/>
              <a:gd name="connsiteX19" fmla="*/ 759485 w 1768701"/>
              <a:gd name="connsiteY19" fmla="*/ 433846 h 1819275"/>
              <a:gd name="connsiteX20" fmla="*/ 732019 w 1768701"/>
              <a:gd name="connsiteY20" fmla="*/ 407265 h 1819275"/>
              <a:gd name="connsiteX21" fmla="*/ 717863 w 1768701"/>
              <a:gd name="connsiteY21" fmla="*/ 391791 h 1819275"/>
              <a:gd name="connsiteX22" fmla="*/ 677622 w 1768701"/>
              <a:gd name="connsiteY22" fmla="*/ 354620 h 1819275"/>
              <a:gd name="connsiteX23" fmla="*/ 633065 w 1768701"/>
              <a:gd name="connsiteY23" fmla="*/ 311498 h 1819275"/>
              <a:gd name="connsiteX24" fmla="*/ 619739 w 1768701"/>
              <a:gd name="connsiteY24" fmla="*/ 301151 h 1819275"/>
              <a:gd name="connsiteX25" fmla="*/ 604942 w 1768701"/>
              <a:gd name="connsiteY25" fmla="*/ 287483 h 1819275"/>
              <a:gd name="connsiteX26" fmla="*/ 29334 w 1768701"/>
              <a:gd name="connsiteY26" fmla="*/ 3471 h 1819275"/>
              <a:gd name="connsiteX27" fmla="*/ 7152 w 1768701"/>
              <a:gd name="connsiteY27" fmla="*/ 1798 h 1819275"/>
              <a:gd name="connsiteX0" fmla="*/ 0 w 1768701"/>
              <a:gd name="connsiteY0" fmla="*/ 0 h 1819275"/>
              <a:gd name="connsiteX1" fmla="*/ 1239837 w 1768701"/>
              <a:gd name="connsiteY1" fmla="*/ 0 h 1819275"/>
              <a:gd name="connsiteX2" fmla="*/ 1425575 w 1768701"/>
              <a:gd name="connsiteY2" fmla="*/ 1819275 h 1819275"/>
              <a:gd name="connsiteX3" fmla="*/ 1217011 w 1768701"/>
              <a:gd name="connsiteY3" fmla="*/ 1151279 h 1819275"/>
              <a:gd name="connsiteX4" fmla="*/ 1120532 w 1768701"/>
              <a:gd name="connsiteY4" fmla="*/ 960656 h 1819275"/>
              <a:gd name="connsiteX5" fmla="*/ 1125218 w 1768701"/>
              <a:gd name="connsiteY5" fmla="*/ 962449 h 1819275"/>
              <a:gd name="connsiteX6" fmla="*/ 1087312 w 1768701"/>
              <a:gd name="connsiteY6" fmla="*/ 895020 h 1819275"/>
              <a:gd name="connsiteX7" fmla="*/ 1067594 w 1768701"/>
              <a:gd name="connsiteY7" fmla="*/ 856060 h 1819275"/>
              <a:gd name="connsiteX8" fmla="*/ 1044723 w 1768701"/>
              <a:gd name="connsiteY8" fmla="*/ 819259 h 1819275"/>
              <a:gd name="connsiteX9" fmla="*/ 1032247 w 1768701"/>
              <a:gd name="connsiteY9" fmla="*/ 797066 h 1819275"/>
              <a:gd name="connsiteX10" fmla="*/ 1011074 w 1768701"/>
              <a:gd name="connsiteY10" fmla="*/ 765115 h 1819275"/>
              <a:gd name="connsiteX11" fmla="*/ 976419 w 1768701"/>
              <a:gd name="connsiteY11" fmla="*/ 709350 h 1819275"/>
              <a:gd name="connsiteX12" fmla="*/ 949071 w 1768701"/>
              <a:gd name="connsiteY12" fmla="*/ 671548 h 1819275"/>
              <a:gd name="connsiteX13" fmla="*/ 932625 w 1768701"/>
              <a:gd name="connsiteY13" fmla="*/ 646730 h 1819275"/>
              <a:gd name="connsiteX14" fmla="*/ 911183 w 1768701"/>
              <a:gd name="connsiteY14" fmla="*/ 619176 h 1819275"/>
              <a:gd name="connsiteX15" fmla="*/ 873826 w 1768701"/>
              <a:gd name="connsiteY15" fmla="*/ 567538 h 1819275"/>
              <a:gd name="connsiteX16" fmla="*/ 842456 w 1768701"/>
              <a:gd name="connsiteY16" fmla="*/ 530859 h 1819275"/>
              <a:gd name="connsiteX17" fmla="*/ 827460 w 1768701"/>
              <a:gd name="connsiteY17" fmla="*/ 511589 h 1819275"/>
              <a:gd name="connsiteX18" fmla="*/ 804660 w 1768701"/>
              <a:gd name="connsiteY18" fmla="*/ 486667 h 1819275"/>
              <a:gd name="connsiteX19" fmla="*/ 759485 w 1768701"/>
              <a:gd name="connsiteY19" fmla="*/ 433846 h 1819275"/>
              <a:gd name="connsiteX20" fmla="*/ 732019 w 1768701"/>
              <a:gd name="connsiteY20" fmla="*/ 407265 h 1819275"/>
              <a:gd name="connsiteX21" fmla="*/ 717863 w 1768701"/>
              <a:gd name="connsiteY21" fmla="*/ 391791 h 1819275"/>
              <a:gd name="connsiteX22" fmla="*/ 677622 w 1768701"/>
              <a:gd name="connsiteY22" fmla="*/ 354620 h 1819275"/>
              <a:gd name="connsiteX23" fmla="*/ 633065 w 1768701"/>
              <a:gd name="connsiteY23" fmla="*/ 311498 h 1819275"/>
              <a:gd name="connsiteX24" fmla="*/ 619739 w 1768701"/>
              <a:gd name="connsiteY24" fmla="*/ 301151 h 1819275"/>
              <a:gd name="connsiteX25" fmla="*/ 604942 w 1768701"/>
              <a:gd name="connsiteY25" fmla="*/ 287483 h 1819275"/>
              <a:gd name="connsiteX26" fmla="*/ 29334 w 1768701"/>
              <a:gd name="connsiteY26" fmla="*/ 3471 h 1819275"/>
              <a:gd name="connsiteX27" fmla="*/ 7152 w 1768701"/>
              <a:gd name="connsiteY27" fmla="*/ 1798 h 1819275"/>
              <a:gd name="connsiteX28" fmla="*/ 0 w 1768701"/>
              <a:gd name="connsiteY28" fmla="*/ 0 h 1819275"/>
              <a:gd name="connsiteX0" fmla="*/ 0 w 1774058"/>
              <a:gd name="connsiteY0" fmla="*/ 0 h 1819275"/>
              <a:gd name="connsiteX1" fmla="*/ 1239837 w 1774058"/>
              <a:gd name="connsiteY1" fmla="*/ 0 h 1819275"/>
              <a:gd name="connsiteX2" fmla="*/ 1425575 w 1774058"/>
              <a:gd name="connsiteY2" fmla="*/ 1819275 h 1819275"/>
              <a:gd name="connsiteX3" fmla="*/ 1217011 w 1774058"/>
              <a:gd name="connsiteY3" fmla="*/ 1151279 h 1819275"/>
              <a:gd name="connsiteX4" fmla="*/ 1120532 w 1774058"/>
              <a:gd name="connsiteY4" fmla="*/ 960656 h 1819275"/>
              <a:gd name="connsiteX5" fmla="*/ 1125218 w 1774058"/>
              <a:gd name="connsiteY5" fmla="*/ 962449 h 1819275"/>
              <a:gd name="connsiteX6" fmla="*/ 1087312 w 1774058"/>
              <a:gd name="connsiteY6" fmla="*/ 895020 h 1819275"/>
              <a:gd name="connsiteX7" fmla="*/ 1067594 w 1774058"/>
              <a:gd name="connsiteY7" fmla="*/ 856060 h 1819275"/>
              <a:gd name="connsiteX8" fmla="*/ 1044723 w 1774058"/>
              <a:gd name="connsiteY8" fmla="*/ 819259 h 1819275"/>
              <a:gd name="connsiteX9" fmla="*/ 1032247 w 1774058"/>
              <a:gd name="connsiteY9" fmla="*/ 797066 h 1819275"/>
              <a:gd name="connsiteX10" fmla="*/ 1011074 w 1774058"/>
              <a:gd name="connsiteY10" fmla="*/ 765115 h 1819275"/>
              <a:gd name="connsiteX11" fmla="*/ 976419 w 1774058"/>
              <a:gd name="connsiteY11" fmla="*/ 709350 h 1819275"/>
              <a:gd name="connsiteX12" fmla="*/ 949071 w 1774058"/>
              <a:gd name="connsiteY12" fmla="*/ 671548 h 1819275"/>
              <a:gd name="connsiteX13" fmla="*/ 932625 w 1774058"/>
              <a:gd name="connsiteY13" fmla="*/ 646730 h 1819275"/>
              <a:gd name="connsiteX14" fmla="*/ 911183 w 1774058"/>
              <a:gd name="connsiteY14" fmla="*/ 619176 h 1819275"/>
              <a:gd name="connsiteX15" fmla="*/ 873826 w 1774058"/>
              <a:gd name="connsiteY15" fmla="*/ 567538 h 1819275"/>
              <a:gd name="connsiteX16" fmla="*/ 842456 w 1774058"/>
              <a:gd name="connsiteY16" fmla="*/ 530859 h 1819275"/>
              <a:gd name="connsiteX17" fmla="*/ 827460 w 1774058"/>
              <a:gd name="connsiteY17" fmla="*/ 511589 h 1819275"/>
              <a:gd name="connsiteX18" fmla="*/ 804660 w 1774058"/>
              <a:gd name="connsiteY18" fmla="*/ 486667 h 1819275"/>
              <a:gd name="connsiteX19" fmla="*/ 759485 w 1774058"/>
              <a:gd name="connsiteY19" fmla="*/ 433846 h 1819275"/>
              <a:gd name="connsiteX20" fmla="*/ 732019 w 1774058"/>
              <a:gd name="connsiteY20" fmla="*/ 407265 h 1819275"/>
              <a:gd name="connsiteX21" fmla="*/ 717863 w 1774058"/>
              <a:gd name="connsiteY21" fmla="*/ 391791 h 1819275"/>
              <a:gd name="connsiteX22" fmla="*/ 677622 w 1774058"/>
              <a:gd name="connsiteY22" fmla="*/ 354620 h 1819275"/>
              <a:gd name="connsiteX23" fmla="*/ 633065 w 1774058"/>
              <a:gd name="connsiteY23" fmla="*/ 311498 h 1819275"/>
              <a:gd name="connsiteX24" fmla="*/ 619739 w 1774058"/>
              <a:gd name="connsiteY24" fmla="*/ 301151 h 1819275"/>
              <a:gd name="connsiteX25" fmla="*/ 604942 w 1774058"/>
              <a:gd name="connsiteY25" fmla="*/ 287483 h 1819275"/>
              <a:gd name="connsiteX26" fmla="*/ 29334 w 1774058"/>
              <a:gd name="connsiteY26" fmla="*/ 3471 h 1819275"/>
              <a:gd name="connsiteX27" fmla="*/ 7152 w 1774058"/>
              <a:gd name="connsiteY27" fmla="*/ 1798 h 1819275"/>
              <a:gd name="connsiteX28" fmla="*/ 0 w 1774058"/>
              <a:gd name="connsiteY28" fmla="*/ 0 h 1819275"/>
              <a:gd name="connsiteX0" fmla="*/ 0 w 1775399"/>
              <a:gd name="connsiteY0" fmla="*/ 0 h 1819275"/>
              <a:gd name="connsiteX1" fmla="*/ 1239837 w 1775399"/>
              <a:gd name="connsiteY1" fmla="*/ 0 h 1819275"/>
              <a:gd name="connsiteX2" fmla="*/ 1425575 w 1775399"/>
              <a:gd name="connsiteY2" fmla="*/ 1819275 h 1819275"/>
              <a:gd name="connsiteX3" fmla="*/ 1217011 w 1775399"/>
              <a:gd name="connsiteY3" fmla="*/ 1151279 h 1819275"/>
              <a:gd name="connsiteX4" fmla="*/ 1120532 w 1775399"/>
              <a:gd name="connsiteY4" fmla="*/ 960656 h 1819275"/>
              <a:gd name="connsiteX5" fmla="*/ 1125218 w 1775399"/>
              <a:gd name="connsiteY5" fmla="*/ 962449 h 1819275"/>
              <a:gd name="connsiteX6" fmla="*/ 1087312 w 1775399"/>
              <a:gd name="connsiteY6" fmla="*/ 895020 h 1819275"/>
              <a:gd name="connsiteX7" fmla="*/ 1067594 w 1775399"/>
              <a:gd name="connsiteY7" fmla="*/ 856060 h 1819275"/>
              <a:gd name="connsiteX8" fmla="*/ 1044723 w 1775399"/>
              <a:gd name="connsiteY8" fmla="*/ 819259 h 1819275"/>
              <a:gd name="connsiteX9" fmla="*/ 1032247 w 1775399"/>
              <a:gd name="connsiteY9" fmla="*/ 797066 h 1819275"/>
              <a:gd name="connsiteX10" fmla="*/ 1011074 w 1775399"/>
              <a:gd name="connsiteY10" fmla="*/ 765115 h 1819275"/>
              <a:gd name="connsiteX11" fmla="*/ 976419 w 1775399"/>
              <a:gd name="connsiteY11" fmla="*/ 709350 h 1819275"/>
              <a:gd name="connsiteX12" fmla="*/ 949071 w 1775399"/>
              <a:gd name="connsiteY12" fmla="*/ 671548 h 1819275"/>
              <a:gd name="connsiteX13" fmla="*/ 932625 w 1775399"/>
              <a:gd name="connsiteY13" fmla="*/ 646730 h 1819275"/>
              <a:gd name="connsiteX14" fmla="*/ 911183 w 1775399"/>
              <a:gd name="connsiteY14" fmla="*/ 619176 h 1819275"/>
              <a:gd name="connsiteX15" fmla="*/ 873826 w 1775399"/>
              <a:gd name="connsiteY15" fmla="*/ 567538 h 1819275"/>
              <a:gd name="connsiteX16" fmla="*/ 842456 w 1775399"/>
              <a:gd name="connsiteY16" fmla="*/ 530859 h 1819275"/>
              <a:gd name="connsiteX17" fmla="*/ 827460 w 1775399"/>
              <a:gd name="connsiteY17" fmla="*/ 511589 h 1819275"/>
              <a:gd name="connsiteX18" fmla="*/ 804660 w 1775399"/>
              <a:gd name="connsiteY18" fmla="*/ 486667 h 1819275"/>
              <a:gd name="connsiteX19" fmla="*/ 759485 w 1775399"/>
              <a:gd name="connsiteY19" fmla="*/ 433846 h 1819275"/>
              <a:gd name="connsiteX20" fmla="*/ 732019 w 1775399"/>
              <a:gd name="connsiteY20" fmla="*/ 407265 h 1819275"/>
              <a:gd name="connsiteX21" fmla="*/ 717863 w 1775399"/>
              <a:gd name="connsiteY21" fmla="*/ 391791 h 1819275"/>
              <a:gd name="connsiteX22" fmla="*/ 677622 w 1775399"/>
              <a:gd name="connsiteY22" fmla="*/ 354620 h 1819275"/>
              <a:gd name="connsiteX23" fmla="*/ 633065 w 1775399"/>
              <a:gd name="connsiteY23" fmla="*/ 311498 h 1819275"/>
              <a:gd name="connsiteX24" fmla="*/ 619739 w 1775399"/>
              <a:gd name="connsiteY24" fmla="*/ 301151 h 1819275"/>
              <a:gd name="connsiteX25" fmla="*/ 604942 w 1775399"/>
              <a:gd name="connsiteY25" fmla="*/ 287483 h 1819275"/>
              <a:gd name="connsiteX26" fmla="*/ 29334 w 1775399"/>
              <a:gd name="connsiteY26" fmla="*/ 3471 h 1819275"/>
              <a:gd name="connsiteX27" fmla="*/ 7152 w 1775399"/>
              <a:gd name="connsiteY27" fmla="*/ 1798 h 1819275"/>
              <a:gd name="connsiteX28" fmla="*/ 0 w 1775399"/>
              <a:gd name="connsiteY28" fmla="*/ 0 h 1819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5399" h="1819275">
                <a:moveTo>
                  <a:pt x="0" y="0"/>
                </a:moveTo>
                <a:lnTo>
                  <a:pt x="1239837" y="0"/>
                </a:lnTo>
                <a:cubicBezTo>
                  <a:pt x="1820863" y="101600"/>
                  <a:pt x="1997075" y="942975"/>
                  <a:pt x="1425575" y="1819275"/>
                </a:cubicBezTo>
                <a:cubicBezTo>
                  <a:pt x="1410692" y="1702594"/>
                  <a:pt x="1345133" y="1441252"/>
                  <a:pt x="1217011" y="1151279"/>
                </a:cubicBezTo>
                <a:lnTo>
                  <a:pt x="1120532" y="960656"/>
                </a:lnTo>
                <a:lnTo>
                  <a:pt x="1125218" y="962449"/>
                </a:lnTo>
                <a:lnTo>
                  <a:pt x="1087312" y="895020"/>
                </a:lnTo>
                <a:lnTo>
                  <a:pt x="1067594" y="856060"/>
                </a:lnTo>
                <a:lnTo>
                  <a:pt x="1044723" y="819259"/>
                </a:lnTo>
                <a:lnTo>
                  <a:pt x="1032247" y="797066"/>
                </a:lnTo>
                <a:lnTo>
                  <a:pt x="1011074" y="765115"/>
                </a:lnTo>
                <a:lnTo>
                  <a:pt x="976419" y="709350"/>
                </a:lnTo>
                <a:lnTo>
                  <a:pt x="949071" y="671548"/>
                </a:lnTo>
                <a:lnTo>
                  <a:pt x="932625" y="646730"/>
                </a:lnTo>
                <a:lnTo>
                  <a:pt x="911183" y="619176"/>
                </a:lnTo>
                <a:lnTo>
                  <a:pt x="873826" y="567538"/>
                </a:lnTo>
                <a:lnTo>
                  <a:pt x="842456" y="530859"/>
                </a:lnTo>
                <a:lnTo>
                  <a:pt x="827460" y="511589"/>
                </a:lnTo>
                <a:lnTo>
                  <a:pt x="804660" y="486667"/>
                </a:lnTo>
                <a:lnTo>
                  <a:pt x="759485" y="433846"/>
                </a:lnTo>
                <a:lnTo>
                  <a:pt x="732019" y="407265"/>
                </a:lnTo>
                <a:lnTo>
                  <a:pt x="717863" y="391791"/>
                </a:lnTo>
                <a:lnTo>
                  <a:pt x="677622" y="354620"/>
                </a:lnTo>
                <a:lnTo>
                  <a:pt x="633065" y="311498"/>
                </a:lnTo>
                <a:lnTo>
                  <a:pt x="619739" y="301151"/>
                </a:lnTo>
                <a:lnTo>
                  <a:pt x="604942" y="287483"/>
                </a:lnTo>
                <a:cubicBezTo>
                  <a:pt x="414589" y="126628"/>
                  <a:pt x="215013" y="30932"/>
                  <a:pt x="29334" y="3471"/>
                </a:cubicBezTo>
                <a:lnTo>
                  <a:pt x="7152" y="1798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4000">
                <a:srgbClr val="EB4539"/>
              </a:gs>
              <a:gs pos="64000">
                <a:srgbClr val="F53B2D"/>
              </a:gs>
              <a:gs pos="42000">
                <a:srgbClr val="FE3D2E"/>
              </a:gs>
              <a:gs pos="100000">
                <a:srgbClr val="A42620"/>
              </a:gs>
            </a:gsLst>
            <a:lin ang="0" scaled="0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任意多边形 24"/>
          <p:cNvSpPr/>
          <p:nvPr/>
        </p:nvSpPr>
        <p:spPr>
          <a:xfrm rot="18018922">
            <a:off x="3487738" y="2638425"/>
            <a:ext cx="1433512" cy="1474788"/>
          </a:xfrm>
          <a:custGeom>
            <a:avLst/>
            <a:gdLst>
              <a:gd name="connsiteX0" fmla="*/ 0 w 1768701"/>
              <a:gd name="connsiteY0" fmla="*/ 0 h 1819275"/>
              <a:gd name="connsiteX1" fmla="*/ 1239837 w 1768701"/>
              <a:gd name="connsiteY1" fmla="*/ 0 h 1819275"/>
              <a:gd name="connsiteX2" fmla="*/ 1425575 w 1768701"/>
              <a:gd name="connsiteY2" fmla="*/ 1819275 h 1819275"/>
              <a:gd name="connsiteX3" fmla="*/ 1217011 w 1768701"/>
              <a:gd name="connsiteY3" fmla="*/ 1151279 h 1819275"/>
              <a:gd name="connsiteX4" fmla="*/ 1120532 w 1768701"/>
              <a:gd name="connsiteY4" fmla="*/ 960656 h 1819275"/>
              <a:gd name="connsiteX5" fmla="*/ 1125218 w 1768701"/>
              <a:gd name="connsiteY5" fmla="*/ 962449 h 1819275"/>
              <a:gd name="connsiteX6" fmla="*/ 1087312 w 1768701"/>
              <a:gd name="connsiteY6" fmla="*/ 895020 h 1819275"/>
              <a:gd name="connsiteX7" fmla="*/ 1067594 w 1768701"/>
              <a:gd name="connsiteY7" fmla="*/ 856060 h 1819275"/>
              <a:gd name="connsiteX8" fmla="*/ 1044723 w 1768701"/>
              <a:gd name="connsiteY8" fmla="*/ 819259 h 1819275"/>
              <a:gd name="connsiteX9" fmla="*/ 1032247 w 1768701"/>
              <a:gd name="connsiteY9" fmla="*/ 797066 h 1819275"/>
              <a:gd name="connsiteX10" fmla="*/ 1011074 w 1768701"/>
              <a:gd name="connsiteY10" fmla="*/ 765115 h 1819275"/>
              <a:gd name="connsiteX11" fmla="*/ 976419 w 1768701"/>
              <a:gd name="connsiteY11" fmla="*/ 709350 h 1819275"/>
              <a:gd name="connsiteX12" fmla="*/ 949071 w 1768701"/>
              <a:gd name="connsiteY12" fmla="*/ 671548 h 1819275"/>
              <a:gd name="connsiteX13" fmla="*/ 932625 w 1768701"/>
              <a:gd name="connsiteY13" fmla="*/ 646730 h 1819275"/>
              <a:gd name="connsiteX14" fmla="*/ 911183 w 1768701"/>
              <a:gd name="connsiteY14" fmla="*/ 619176 h 1819275"/>
              <a:gd name="connsiteX15" fmla="*/ 873826 w 1768701"/>
              <a:gd name="connsiteY15" fmla="*/ 567538 h 1819275"/>
              <a:gd name="connsiteX16" fmla="*/ 842456 w 1768701"/>
              <a:gd name="connsiteY16" fmla="*/ 530859 h 1819275"/>
              <a:gd name="connsiteX17" fmla="*/ 827460 w 1768701"/>
              <a:gd name="connsiteY17" fmla="*/ 511589 h 1819275"/>
              <a:gd name="connsiteX18" fmla="*/ 804660 w 1768701"/>
              <a:gd name="connsiteY18" fmla="*/ 486667 h 1819275"/>
              <a:gd name="connsiteX19" fmla="*/ 759485 w 1768701"/>
              <a:gd name="connsiteY19" fmla="*/ 433846 h 1819275"/>
              <a:gd name="connsiteX20" fmla="*/ 732019 w 1768701"/>
              <a:gd name="connsiteY20" fmla="*/ 407265 h 1819275"/>
              <a:gd name="connsiteX21" fmla="*/ 717863 w 1768701"/>
              <a:gd name="connsiteY21" fmla="*/ 391791 h 1819275"/>
              <a:gd name="connsiteX22" fmla="*/ 677622 w 1768701"/>
              <a:gd name="connsiteY22" fmla="*/ 354620 h 1819275"/>
              <a:gd name="connsiteX23" fmla="*/ 633065 w 1768701"/>
              <a:gd name="connsiteY23" fmla="*/ 311498 h 1819275"/>
              <a:gd name="connsiteX24" fmla="*/ 619739 w 1768701"/>
              <a:gd name="connsiteY24" fmla="*/ 301151 h 1819275"/>
              <a:gd name="connsiteX25" fmla="*/ 604942 w 1768701"/>
              <a:gd name="connsiteY25" fmla="*/ 287483 h 1819275"/>
              <a:gd name="connsiteX26" fmla="*/ 29334 w 1768701"/>
              <a:gd name="connsiteY26" fmla="*/ 3471 h 1819275"/>
              <a:gd name="connsiteX27" fmla="*/ 7152 w 1768701"/>
              <a:gd name="connsiteY27" fmla="*/ 1798 h 1819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768701" h="1819275">
                <a:moveTo>
                  <a:pt x="0" y="0"/>
                </a:moveTo>
                <a:lnTo>
                  <a:pt x="1239837" y="0"/>
                </a:lnTo>
                <a:cubicBezTo>
                  <a:pt x="1820863" y="101600"/>
                  <a:pt x="1981200" y="942975"/>
                  <a:pt x="1425575" y="1819275"/>
                </a:cubicBezTo>
                <a:cubicBezTo>
                  <a:pt x="1410692" y="1702594"/>
                  <a:pt x="1345133" y="1441252"/>
                  <a:pt x="1217011" y="1151279"/>
                </a:cubicBezTo>
                <a:lnTo>
                  <a:pt x="1120532" y="960656"/>
                </a:lnTo>
                <a:lnTo>
                  <a:pt x="1125218" y="962449"/>
                </a:lnTo>
                <a:lnTo>
                  <a:pt x="1087312" y="895020"/>
                </a:lnTo>
                <a:lnTo>
                  <a:pt x="1067594" y="856060"/>
                </a:lnTo>
                <a:lnTo>
                  <a:pt x="1044723" y="819259"/>
                </a:lnTo>
                <a:lnTo>
                  <a:pt x="1032247" y="797066"/>
                </a:lnTo>
                <a:lnTo>
                  <a:pt x="1011074" y="765115"/>
                </a:lnTo>
                <a:lnTo>
                  <a:pt x="976419" y="709350"/>
                </a:lnTo>
                <a:lnTo>
                  <a:pt x="949071" y="671548"/>
                </a:lnTo>
                <a:lnTo>
                  <a:pt x="932625" y="646730"/>
                </a:lnTo>
                <a:lnTo>
                  <a:pt x="911183" y="619176"/>
                </a:lnTo>
                <a:lnTo>
                  <a:pt x="873826" y="567538"/>
                </a:lnTo>
                <a:lnTo>
                  <a:pt x="842456" y="530859"/>
                </a:lnTo>
                <a:lnTo>
                  <a:pt x="827460" y="511589"/>
                </a:lnTo>
                <a:lnTo>
                  <a:pt x="804660" y="486667"/>
                </a:lnTo>
                <a:lnTo>
                  <a:pt x="759485" y="433846"/>
                </a:lnTo>
                <a:lnTo>
                  <a:pt x="732019" y="407265"/>
                </a:lnTo>
                <a:lnTo>
                  <a:pt x="717863" y="391791"/>
                </a:lnTo>
                <a:lnTo>
                  <a:pt x="677622" y="354620"/>
                </a:lnTo>
                <a:lnTo>
                  <a:pt x="633065" y="311498"/>
                </a:lnTo>
                <a:lnTo>
                  <a:pt x="619739" y="301151"/>
                </a:lnTo>
                <a:lnTo>
                  <a:pt x="604942" y="287483"/>
                </a:lnTo>
                <a:cubicBezTo>
                  <a:pt x="414589" y="126628"/>
                  <a:pt x="215013" y="30932"/>
                  <a:pt x="29334" y="3471"/>
                </a:cubicBezTo>
                <a:lnTo>
                  <a:pt x="7152" y="1798"/>
                </a:lnTo>
                <a:close/>
              </a:path>
            </a:pathLst>
          </a:custGeom>
          <a:gradFill flip="none" rotWithShape="1">
            <a:gsLst>
              <a:gs pos="14000">
                <a:srgbClr val="DCE9EF"/>
              </a:gs>
              <a:gs pos="64000">
                <a:srgbClr val="D6E7EC"/>
              </a:gs>
              <a:gs pos="42000">
                <a:srgbClr val="D9E8ED"/>
              </a:gs>
              <a:gs pos="100000">
                <a:srgbClr val="A9B4B8"/>
              </a:gs>
            </a:gsLst>
            <a:lin ang="0" scaled="0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任意多边形 33"/>
          <p:cNvSpPr/>
          <p:nvPr/>
        </p:nvSpPr>
        <p:spPr>
          <a:xfrm rot="14427225">
            <a:off x="3194845" y="3231356"/>
            <a:ext cx="1433512" cy="1476375"/>
          </a:xfrm>
          <a:custGeom>
            <a:avLst/>
            <a:gdLst>
              <a:gd name="connsiteX0" fmla="*/ 0 w 1768701"/>
              <a:gd name="connsiteY0" fmla="*/ 0 h 1819275"/>
              <a:gd name="connsiteX1" fmla="*/ 1239837 w 1768701"/>
              <a:gd name="connsiteY1" fmla="*/ 0 h 1819275"/>
              <a:gd name="connsiteX2" fmla="*/ 1425575 w 1768701"/>
              <a:gd name="connsiteY2" fmla="*/ 1819275 h 1819275"/>
              <a:gd name="connsiteX3" fmla="*/ 1217011 w 1768701"/>
              <a:gd name="connsiteY3" fmla="*/ 1151279 h 1819275"/>
              <a:gd name="connsiteX4" fmla="*/ 1120532 w 1768701"/>
              <a:gd name="connsiteY4" fmla="*/ 960656 h 1819275"/>
              <a:gd name="connsiteX5" fmla="*/ 1125218 w 1768701"/>
              <a:gd name="connsiteY5" fmla="*/ 962449 h 1819275"/>
              <a:gd name="connsiteX6" fmla="*/ 1087312 w 1768701"/>
              <a:gd name="connsiteY6" fmla="*/ 895020 h 1819275"/>
              <a:gd name="connsiteX7" fmla="*/ 1067594 w 1768701"/>
              <a:gd name="connsiteY7" fmla="*/ 856060 h 1819275"/>
              <a:gd name="connsiteX8" fmla="*/ 1044723 w 1768701"/>
              <a:gd name="connsiteY8" fmla="*/ 819259 h 1819275"/>
              <a:gd name="connsiteX9" fmla="*/ 1032247 w 1768701"/>
              <a:gd name="connsiteY9" fmla="*/ 797066 h 1819275"/>
              <a:gd name="connsiteX10" fmla="*/ 1011074 w 1768701"/>
              <a:gd name="connsiteY10" fmla="*/ 765115 h 1819275"/>
              <a:gd name="connsiteX11" fmla="*/ 976419 w 1768701"/>
              <a:gd name="connsiteY11" fmla="*/ 709350 h 1819275"/>
              <a:gd name="connsiteX12" fmla="*/ 949071 w 1768701"/>
              <a:gd name="connsiteY12" fmla="*/ 671548 h 1819275"/>
              <a:gd name="connsiteX13" fmla="*/ 932625 w 1768701"/>
              <a:gd name="connsiteY13" fmla="*/ 646730 h 1819275"/>
              <a:gd name="connsiteX14" fmla="*/ 911183 w 1768701"/>
              <a:gd name="connsiteY14" fmla="*/ 619176 h 1819275"/>
              <a:gd name="connsiteX15" fmla="*/ 873826 w 1768701"/>
              <a:gd name="connsiteY15" fmla="*/ 567538 h 1819275"/>
              <a:gd name="connsiteX16" fmla="*/ 842456 w 1768701"/>
              <a:gd name="connsiteY16" fmla="*/ 530859 h 1819275"/>
              <a:gd name="connsiteX17" fmla="*/ 827460 w 1768701"/>
              <a:gd name="connsiteY17" fmla="*/ 511589 h 1819275"/>
              <a:gd name="connsiteX18" fmla="*/ 804660 w 1768701"/>
              <a:gd name="connsiteY18" fmla="*/ 486667 h 1819275"/>
              <a:gd name="connsiteX19" fmla="*/ 759485 w 1768701"/>
              <a:gd name="connsiteY19" fmla="*/ 433846 h 1819275"/>
              <a:gd name="connsiteX20" fmla="*/ 732019 w 1768701"/>
              <a:gd name="connsiteY20" fmla="*/ 407265 h 1819275"/>
              <a:gd name="connsiteX21" fmla="*/ 717863 w 1768701"/>
              <a:gd name="connsiteY21" fmla="*/ 391791 h 1819275"/>
              <a:gd name="connsiteX22" fmla="*/ 677622 w 1768701"/>
              <a:gd name="connsiteY22" fmla="*/ 354620 h 1819275"/>
              <a:gd name="connsiteX23" fmla="*/ 633065 w 1768701"/>
              <a:gd name="connsiteY23" fmla="*/ 311498 h 1819275"/>
              <a:gd name="connsiteX24" fmla="*/ 619739 w 1768701"/>
              <a:gd name="connsiteY24" fmla="*/ 301151 h 1819275"/>
              <a:gd name="connsiteX25" fmla="*/ 604942 w 1768701"/>
              <a:gd name="connsiteY25" fmla="*/ 287483 h 1819275"/>
              <a:gd name="connsiteX26" fmla="*/ 29334 w 1768701"/>
              <a:gd name="connsiteY26" fmla="*/ 3471 h 1819275"/>
              <a:gd name="connsiteX27" fmla="*/ 7152 w 1768701"/>
              <a:gd name="connsiteY27" fmla="*/ 1798 h 1819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768701" h="1819275">
                <a:moveTo>
                  <a:pt x="0" y="0"/>
                </a:moveTo>
                <a:lnTo>
                  <a:pt x="1239837" y="0"/>
                </a:lnTo>
                <a:cubicBezTo>
                  <a:pt x="1820863" y="101600"/>
                  <a:pt x="1981200" y="942975"/>
                  <a:pt x="1425575" y="1819275"/>
                </a:cubicBezTo>
                <a:cubicBezTo>
                  <a:pt x="1410692" y="1702594"/>
                  <a:pt x="1345133" y="1441252"/>
                  <a:pt x="1217011" y="1151279"/>
                </a:cubicBezTo>
                <a:lnTo>
                  <a:pt x="1120532" y="960656"/>
                </a:lnTo>
                <a:lnTo>
                  <a:pt x="1125218" y="962449"/>
                </a:lnTo>
                <a:lnTo>
                  <a:pt x="1087312" y="895020"/>
                </a:lnTo>
                <a:lnTo>
                  <a:pt x="1067594" y="856060"/>
                </a:lnTo>
                <a:lnTo>
                  <a:pt x="1044723" y="819259"/>
                </a:lnTo>
                <a:lnTo>
                  <a:pt x="1032247" y="797066"/>
                </a:lnTo>
                <a:lnTo>
                  <a:pt x="1011074" y="765115"/>
                </a:lnTo>
                <a:lnTo>
                  <a:pt x="976419" y="709350"/>
                </a:lnTo>
                <a:lnTo>
                  <a:pt x="949071" y="671548"/>
                </a:lnTo>
                <a:lnTo>
                  <a:pt x="932625" y="646730"/>
                </a:lnTo>
                <a:lnTo>
                  <a:pt x="911183" y="619176"/>
                </a:lnTo>
                <a:lnTo>
                  <a:pt x="873826" y="567538"/>
                </a:lnTo>
                <a:lnTo>
                  <a:pt x="842456" y="530859"/>
                </a:lnTo>
                <a:lnTo>
                  <a:pt x="827460" y="511589"/>
                </a:lnTo>
                <a:lnTo>
                  <a:pt x="804660" y="486667"/>
                </a:lnTo>
                <a:lnTo>
                  <a:pt x="759485" y="433846"/>
                </a:lnTo>
                <a:lnTo>
                  <a:pt x="732019" y="407265"/>
                </a:lnTo>
                <a:lnTo>
                  <a:pt x="717863" y="391791"/>
                </a:lnTo>
                <a:lnTo>
                  <a:pt x="677622" y="354620"/>
                </a:lnTo>
                <a:lnTo>
                  <a:pt x="633065" y="311498"/>
                </a:lnTo>
                <a:lnTo>
                  <a:pt x="619739" y="301151"/>
                </a:lnTo>
                <a:lnTo>
                  <a:pt x="604942" y="287483"/>
                </a:lnTo>
                <a:cubicBezTo>
                  <a:pt x="414589" y="126628"/>
                  <a:pt x="215013" y="30932"/>
                  <a:pt x="29334" y="3471"/>
                </a:cubicBezTo>
                <a:lnTo>
                  <a:pt x="7152" y="1798"/>
                </a:lnTo>
                <a:close/>
              </a:path>
            </a:pathLst>
          </a:custGeom>
          <a:gradFill flip="none" rotWithShape="1">
            <a:gsLst>
              <a:gs pos="14000">
                <a:srgbClr val="EB4539"/>
              </a:gs>
              <a:gs pos="64000">
                <a:srgbClr val="F53B2D"/>
              </a:gs>
              <a:gs pos="42000">
                <a:srgbClr val="FE3D2E"/>
              </a:gs>
              <a:gs pos="100000">
                <a:srgbClr val="A42620"/>
              </a:gs>
            </a:gsLst>
            <a:lin ang="0" scaled="0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任意多边形 37"/>
          <p:cNvSpPr/>
          <p:nvPr/>
        </p:nvSpPr>
        <p:spPr>
          <a:xfrm rot="10859581">
            <a:off x="3562350" y="3787775"/>
            <a:ext cx="1435100" cy="1476375"/>
          </a:xfrm>
          <a:custGeom>
            <a:avLst/>
            <a:gdLst>
              <a:gd name="connsiteX0" fmla="*/ 0 w 1768701"/>
              <a:gd name="connsiteY0" fmla="*/ 0 h 1819275"/>
              <a:gd name="connsiteX1" fmla="*/ 1239837 w 1768701"/>
              <a:gd name="connsiteY1" fmla="*/ 0 h 1819275"/>
              <a:gd name="connsiteX2" fmla="*/ 1425575 w 1768701"/>
              <a:gd name="connsiteY2" fmla="*/ 1819275 h 1819275"/>
              <a:gd name="connsiteX3" fmla="*/ 1217011 w 1768701"/>
              <a:gd name="connsiteY3" fmla="*/ 1151279 h 1819275"/>
              <a:gd name="connsiteX4" fmla="*/ 1120532 w 1768701"/>
              <a:gd name="connsiteY4" fmla="*/ 960656 h 1819275"/>
              <a:gd name="connsiteX5" fmla="*/ 1125218 w 1768701"/>
              <a:gd name="connsiteY5" fmla="*/ 962449 h 1819275"/>
              <a:gd name="connsiteX6" fmla="*/ 1087312 w 1768701"/>
              <a:gd name="connsiteY6" fmla="*/ 895020 h 1819275"/>
              <a:gd name="connsiteX7" fmla="*/ 1067594 w 1768701"/>
              <a:gd name="connsiteY7" fmla="*/ 856060 h 1819275"/>
              <a:gd name="connsiteX8" fmla="*/ 1044723 w 1768701"/>
              <a:gd name="connsiteY8" fmla="*/ 819259 h 1819275"/>
              <a:gd name="connsiteX9" fmla="*/ 1032247 w 1768701"/>
              <a:gd name="connsiteY9" fmla="*/ 797066 h 1819275"/>
              <a:gd name="connsiteX10" fmla="*/ 1011074 w 1768701"/>
              <a:gd name="connsiteY10" fmla="*/ 765115 h 1819275"/>
              <a:gd name="connsiteX11" fmla="*/ 976419 w 1768701"/>
              <a:gd name="connsiteY11" fmla="*/ 709350 h 1819275"/>
              <a:gd name="connsiteX12" fmla="*/ 949071 w 1768701"/>
              <a:gd name="connsiteY12" fmla="*/ 671548 h 1819275"/>
              <a:gd name="connsiteX13" fmla="*/ 932625 w 1768701"/>
              <a:gd name="connsiteY13" fmla="*/ 646730 h 1819275"/>
              <a:gd name="connsiteX14" fmla="*/ 911183 w 1768701"/>
              <a:gd name="connsiteY14" fmla="*/ 619176 h 1819275"/>
              <a:gd name="connsiteX15" fmla="*/ 873826 w 1768701"/>
              <a:gd name="connsiteY15" fmla="*/ 567538 h 1819275"/>
              <a:gd name="connsiteX16" fmla="*/ 842456 w 1768701"/>
              <a:gd name="connsiteY16" fmla="*/ 530859 h 1819275"/>
              <a:gd name="connsiteX17" fmla="*/ 827460 w 1768701"/>
              <a:gd name="connsiteY17" fmla="*/ 511589 h 1819275"/>
              <a:gd name="connsiteX18" fmla="*/ 804660 w 1768701"/>
              <a:gd name="connsiteY18" fmla="*/ 486667 h 1819275"/>
              <a:gd name="connsiteX19" fmla="*/ 759485 w 1768701"/>
              <a:gd name="connsiteY19" fmla="*/ 433846 h 1819275"/>
              <a:gd name="connsiteX20" fmla="*/ 732019 w 1768701"/>
              <a:gd name="connsiteY20" fmla="*/ 407265 h 1819275"/>
              <a:gd name="connsiteX21" fmla="*/ 717863 w 1768701"/>
              <a:gd name="connsiteY21" fmla="*/ 391791 h 1819275"/>
              <a:gd name="connsiteX22" fmla="*/ 677622 w 1768701"/>
              <a:gd name="connsiteY22" fmla="*/ 354620 h 1819275"/>
              <a:gd name="connsiteX23" fmla="*/ 633065 w 1768701"/>
              <a:gd name="connsiteY23" fmla="*/ 311498 h 1819275"/>
              <a:gd name="connsiteX24" fmla="*/ 619739 w 1768701"/>
              <a:gd name="connsiteY24" fmla="*/ 301151 h 1819275"/>
              <a:gd name="connsiteX25" fmla="*/ 604942 w 1768701"/>
              <a:gd name="connsiteY25" fmla="*/ 287483 h 1819275"/>
              <a:gd name="connsiteX26" fmla="*/ 29334 w 1768701"/>
              <a:gd name="connsiteY26" fmla="*/ 3471 h 1819275"/>
              <a:gd name="connsiteX27" fmla="*/ 7152 w 1768701"/>
              <a:gd name="connsiteY27" fmla="*/ 1798 h 1819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768701" h="1819275">
                <a:moveTo>
                  <a:pt x="0" y="0"/>
                </a:moveTo>
                <a:lnTo>
                  <a:pt x="1239837" y="0"/>
                </a:lnTo>
                <a:cubicBezTo>
                  <a:pt x="1820863" y="101600"/>
                  <a:pt x="1981200" y="942975"/>
                  <a:pt x="1425575" y="1819275"/>
                </a:cubicBezTo>
                <a:cubicBezTo>
                  <a:pt x="1410692" y="1702594"/>
                  <a:pt x="1345133" y="1441252"/>
                  <a:pt x="1217011" y="1151279"/>
                </a:cubicBezTo>
                <a:lnTo>
                  <a:pt x="1120532" y="960656"/>
                </a:lnTo>
                <a:lnTo>
                  <a:pt x="1125218" y="962449"/>
                </a:lnTo>
                <a:lnTo>
                  <a:pt x="1087312" y="895020"/>
                </a:lnTo>
                <a:lnTo>
                  <a:pt x="1067594" y="856060"/>
                </a:lnTo>
                <a:lnTo>
                  <a:pt x="1044723" y="819259"/>
                </a:lnTo>
                <a:lnTo>
                  <a:pt x="1032247" y="797066"/>
                </a:lnTo>
                <a:lnTo>
                  <a:pt x="1011074" y="765115"/>
                </a:lnTo>
                <a:lnTo>
                  <a:pt x="976419" y="709350"/>
                </a:lnTo>
                <a:lnTo>
                  <a:pt x="949071" y="671548"/>
                </a:lnTo>
                <a:lnTo>
                  <a:pt x="932625" y="646730"/>
                </a:lnTo>
                <a:lnTo>
                  <a:pt x="911183" y="619176"/>
                </a:lnTo>
                <a:lnTo>
                  <a:pt x="873826" y="567538"/>
                </a:lnTo>
                <a:lnTo>
                  <a:pt x="842456" y="530859"/>
                </a:lnTo>
                <a:lnTo>
                  <a:pt x="827460" y="511589"/>
                </a:lnTo>
                <a:lnTo>
                  <a:pt x="804660" y="486667"/>
                </a:lnTo>
                <a:lnTo>
                  <a:pt x="759485" y="433846"/>
                </a:lnTo>
                <a:lnTo>
                  <a:pt x="732019" y="407265"/>
                </a:lnTo>
                <a:lnTo>
                  <a:pt x="717863" y="391791"/>
                </a:lnTo>
                <a:lnTo>
                  <a:pt x="677622" y="354620"/>
                </a:lnTo>
                <a:lnTo>
                  <a:pt x="633065" y="311498"/>
                </a:lnTo>
                <a:lnTo>
                  <a:pt x="619739" y="301151"/>
                </a:lnTo>
                <a:lnTo>
                  <a:pt x="604942" y="287483"/>
                </a:lnTo>
                <a:cubicBezTo>
                  <a:pt x="414589" y="126628"/>
                  <a:pt x="215013" y="30932"/>
                  <a:pt x="29334" y="3471"/>
                </a:cubicBezTo>
                <a:lnTo>
                  <a:pt x="7152" y="1798"/>
                </a:lnTo>
                <a:close/>
              </a:path>
            </a:pathLst>
          </a:custGeom>
          <a:gradFill flip="none" rotWithShape="1">
            <a:gsLst>
              <a:gs pos="14000">
                <a:srgbClr val="DCE9EF"/>
              </a:gs>
              <a:gs pos="64000">
                <a:srgbClr val="D6E7EC"/>
              </a:gs>
              <a:gs pos="42000">
                <a:srgbClr val="D9E8ED"/>
              </a:gs>
              <a:gs pos="100000">
                <a:srgbClr val="A9B4B8"/>
              </a:gs>
            </a:gsLst>
            <a:lin ang="0" scaled="0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任意多边形 38"/>
          <p:cNvSpPr/>
          <p:nvPr/>
        </p:nvSpPr>
        <p:spPr>
          <a:xfrm rot="7267884">
            <a:off x="4220369" y="3745706"/>
            <a:ext cx="1435100" cy="1474788"/>
          </a:xfrm>
          <a:custGeom>
            <a:avLst/>
            <a:gdLst>
              <a:gd name="connsiteX0" fmla="*/ 0 w 1768701"/>
              <a:gd name="connsiteY0" fmla="*/ 0 h 1819275"/>
              <a:gd name="connsiteX1" fmla="*/ 1239837 w 1768701"/>
              <a:gd name="connsiteY1" fmla="*/ 0 h 1819275"/>
              <a:gd name="connsiteX2" fmla="*/ 1425575 w 1768701"/>
              <a:gd name="connsiteY2" fmla="*/ 1819275 h 1819275"/>
              <a:gd name="connsiteX3" fmla="*/ 1217011 w 1768701"/>
              <a:gd name="connsiteY3" fmla="*/ 1151279 h 1819275"/>
              <a:gd name="connsiteX4" fmla="*/ 1120532 w 1768701"/>
              <a:gd name="connsiteY4" fmla="*/ 960656 h 1819275"/>
              <a:gd name="connsiteX5" fmla="*/ 1125218 w 1768701"/>
              <a:gd name="connsiteY5" fmla="*/ 962449 h 1819275"/>
              <a:gd name="connsiteX6" fmla="*/ 1087312 w 1768701"/>
              <a:gd name="connsiteY6" fmla="*/ 895020 h 1819275"/>
              <a:gd name="connsiteX7" fmla="*/ 1067594 w 1768701"/>
              <a:gd name="connsiteY7" fmla="*/ 856060 h 1819275"/>
              <a:gd name="connsiteX8" fmla="*/ 1044723 w 1768701"/>
              <a:gd name="connsiteY8" fmla="*/ 819259 h 1819275"/>
              <a:gd name="connsiteX9" fmla="*/ 1032247 w 1768701"/>
              <a:gd name="connsiteY9" fmla="*/ 797066 h 1819275"/>
              <a:gd name="connsiteX10" fmla="*/ 1011074 w 1768701"/>
              <a:gd name="connsiteY10" fmla="*/ 765115 h 1819275"/>
              <a:gd name="connsiteX11" fmla="*/ 976419 w 1768701"/>
              <a:gd name="connsiteY11" fmla="*/ 709350 h 1819275"/>
              <a:gd name="connsiteX12" fmla="*/ 949071 w 1768701"/>
              <a:gd name="connsiteY12" fmla="*/ 671548 h 1819275"/>
              <a:gd name="connsiteX13" fmla="*/ 932625 w 1768701"/>
              <a:gd name="connsiteY13" fmla="*/ 646730 h 1819275"/>
              <a:gd name="connsiteX14" fmla="*/ 911183 w 1768701"/>
              <a:gd name="connsiteY14" fmla="*/ 619176 h 1819275"/>
              <a:gd name="connsiteX15" fmla="*/ 873826 w 1768701"/>
              <a:gd name="connsiteY15" fmla="*/ 567538 h 1819275"/>
              <a:gd name="connsiteX16" fmla="*/ 842456 w 1768701"/>
              <a:gd name="connsiteY16" fmla="*/ 530859 h 1819275"/>
              <a:gd name="connsiteX17" fmla="*/ 827460 w 1768701"/>
              <a:gd name="connsiteY17" fmla="*/ 511589 h 1819275"/>
              <a:gd name="connsiteX18" fmla="*/ 804660 w 1768701"/>
              <a:gd name="connsiteY18" fmla="*/ 486667 h 1819275"/>
              <a:gd name="connsiteX19" fmla="*/ 759485 w 1768701"/>
              <a:gd name="connsiteY19" fmla="*/ 433846 h 1819275"/>
              <a:gd name="connsiteX20" fmla="*/ 732019 w 1768701"/>
              <a:gd name="connsiteY20" fmla="*/ 407265 h 1819275"/>
              <a:gd name="connsiteX21" fmla="*/ 717863 w 1768701"/>
              <a:gd name="connsiteY21" fmla="*/ 391791 h 1819275"/>
              <a:gd name="connsiteX22" fmla="*/ 677622 w 1768701"/>
              <a:gd name="connsiteY22" fmla="*/ 354620 h 1819275"/>
              <a:gd name="connsiteX23" fmla="*/ 633065 w 1768701"/>
              <a:gd name="connsiteY23" fmla="*/ 311498 h 1819275"/>
              <a:gd name="connsiteX24" fmla="*/ 619739 w 1768701"/>
              <a:gd name="connsiteY24" fmla="*/ 301151 h 1819275"/>
              <a:gd name="connsiteX25" fmla="*/ 604942 w 1768701"/>
              <a:gd name="connsiteY25" fmla="*/ 287483 h 1819275"/>
              <a:gd name="connsiteX26" fmla="*/ 29334 w 1768701"/>
              <a:gd name="connsiteY26" fmla="*/ 3471 h 1819275"/>
              <a:gd name="connsiteX27" fmla="*/ 7152 w 1768701"/>
              <a:gd name="connsiteY27" fmla="*/ 1798 h 1819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768701" h="1819275">
                <a:moveTo>
                  <a:pt x="0" y="0"/>
                </a:moveTo>
                <a:lnTo>
                  <a:pt x="1239837" y="0"/>
                </a:lnTo>
                <a:cubicBezTo>
                  <a:pt x="1820863" y="101600"/>
                  <a:pt x="1981200" y="942975"/>
                  <a:pt x="1425575" y="1819275"/>
                </a:cubicBezTo>
                <a:cubicBezTo>
                  <a:pt x="1410692" y="1702594"/>
                  <a:pt x="1345133" y="1441252"/>
                  <a:pt x="1217011" y="1151279"/>
                </a:cubicBezTo>
                <a:lnTo>
                  <a:pt x="1120532" y="960656"/>
                </a:lnTo>
                <a:lnTo>
                  <a:pt x="1125218" y="962449"/>
                </a:lnTo>
                <a:lnTo>
                  <a:pt x="1087312" y="895020"/>
                </a:lnTo>
                <a:lnTo>
                  <a:pt x="1067594" y="856060"/>
                </a:lnTo>
                <a:lnTo>
                  <a:pt x="1044723" y="819259"/>
                </a:lnTo>
                <a:lnTo>
                  <a:pt x="1032247" y="797066"/>
                </a:lnTo>
                <a:lnTo>
                  <a:pt x="1011074" y="765115"/>
                </a:lnTo>
                <a:lnTo>
                  <a:pt x="976419" y="709350"/>
                </a:lnTo>
                <a:lnTo>
                  <a:pt x="949071" y="671548"/>
                </a:lnTo>
                <a:lnTo>
                  <a:pt x="932625" y="646730"/>
                </a:lnTo>
                <a:lnTo>
                  <a:pt x="911183" y="619176"/>
                </a:lnTo>
                <a:lnTo>
                  <a:pt x="873826" y="567538"/>
                </a:lnTo>
                <a:lnTo>
                  <a:pt x="842456" y="530859"/>
                </a:lnTo>
                <a:lnTo>
                  <a:pt x="827460" y="511589"/>
                </a:lnTo>
                <a:lnTo>
                  <a:pt x="804660" y="486667"/>
                </a:lnTo>
                <a:lnTo>
                  <a:pt x="759485" y="433846"/>
                </a:lnTo>
                <a:lnTo>
                  <a:pt x="732019" y="407265"/>
                </a:lnTo>
                <a:lnTo>
                  <a:pt x="717863" y="391791"/>
                </a:lnTo>
                <a:lnTo>
                  <a:pt x="677622" y="354620"/>
                </a:lnTo>
                <a:lnTo>
                  <a:pt x="633065" y="311498"/>
                </a:lnTo>
                <a:lnTo>
                  <a:pt x="619739" y="301151"/>
                </a:lnTo>
                <a:lnTo>
                  <a:pt x="604942" y="287483"/>
                </a:lnTo>
                <a:cubicBezTo>
                  <a:pt x="414589" y="126628"/>
                  <a:pt x="215013" y="30932"/>
                  <a:pt x="29334" y="3471"/>
                </a:cubicBezTo>
                <a:lnTo>
                  <a:pt x="7152" y="1798"/>
                </a:lnTo>
                <a:close/>
              </a:path>
            </a:pathLst>
          </a:custGeom>
          <a:gradFill flip="none" rotWithShape="1">
            <a:gsLst>
              <a:gs pos="14000">
                <a:srgbClr val="EB4539"/>
              </a:gs>
              <a:gs pos="64000">
                <a:srgbClr val="F53B2D"/>
              </a:gs>
              <a:gs pos="42000">
                <a:srgbClr val="FE3D2E"/>
              </a:gs>
              <a:gs pos="100000">
                <a:srgbClr val="A42620"/>
              </a:gs>
            </a:gsLst>
            <a:lin ang="0" scaled="0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任意多边形 42"/>
          <p:cNvSpPr/>
          <p:nvPr/>
        </p:nvSpPr>
        <p:spPr>
          <a:xfrm rot="3662163">
            <a:off x="4515645" y="3155156"/>
            <a:ext cx="1433512" cy="1476375"/>
          </a:xfrm>
          <a:custGeom>
            <a:avLst/>
            <a:gdLst>
              <a:gd name="connsiteX0" fmla="*/ 0 w 1768701"/>
              <a:gd name="connsiteY0" fmla="*/ 0 h 1819275"/>
              <a:gd name="connsiteX1" fmla="*/ 1239837 w 1768701"/>
              <a:gd name="connsiteY1" fmla="*/ 0 h 1819275"/>
              <a:gd name="connsiteX2" fmla="*/ 1425575 w 1768701"/>
              <a:gd name="connsiteY2" fmla="*/ 1819275 h 1819275"/>
              <a:gd name="connsiteX3" fmla="*/ 1217011 w 1768701"/>
              <a:gd name="connsiteY3" fmla="*/ 1151279 h 1819275"/>
              <a:gd name="connsiteX4" fmla="*/ 1120532 w 1768701"/>
              <a:gd name="connsiteY4" fmla="*/ 960656 h 1819275"/>
              <a:gd name="connsiteX5" fmla="*/ 1125218 w 1768701"/>
              <a:gd name="connsiteY5" fmla="*/ 962449 h 1819275"/>
              <a:gd name="connsiteX6" fmla="*/ 1087312 w 1768701"/>
              <a:gd name="connsiteY6" fmla="*/ 895020 h 1819275"/>
              <a:gd name="connsiteX7" fmla="*/ 1067594 w 1768701"/>
              <a:gd name="connsiteY7" fmla="*/ 856060 h 1819275"/>
              <a:gd name="connsiteX8" fmla="*/ 1044723 w 1768701"/>
              <a:gd name="connsiteY8" fmla="*/ 819259 h 1819275"/>
              <a:gd name="connsiteX9" fmla="*/ 1032247 w 1768701"/>
              <a:gd name="connsiteY9" fmla="*/ 797066 h 1819275"/>
              <a:gd name="connsiteX10" fmla="*/ 1011074 w 1768701"/>
              <a:gd name="connsiteY10" fmla="*/ 765115 h 1819275"/>
              <a:gd name="connsiteX11" fmla="*/ 976419 w 1768701"/>
              <a:gd name="connsiteY11" fmla="*/ 709350 h 1819275"/>
              <a:gd name="connsiteX12" fmla="*/ 949071 w 1768701"/>
              <a:gd name="connsiteY12" fmla="*/ 671548 h 1819275"/>
              <a:gd name="connsiteX13" fmla="*/ 932625 w 1768701"/>
              <a:gd name="connsiteY13" fmla="*/ 646730 h 1819275"/>
              <a:gd name="connsiteX14" fmla="*/ 911183 w 1768701"/>
              <a:gd name="connsiteY14" fmla="*/ 619176 h 1819275"/>
              <a:gd name="connsiteX15" fmla="*/ 873826 w 1768701"/>
              <a:gd name="connsiteY15" fmla="*/ 567538 h 1819275"/>
              <a:gd name="connsiteX16" fmla="*/ 842456 w 1768701"/>
              <a:gd name="connsiteY16" fmla="*/ 530859 h 1819275"/>
              <a:gd name="connsiteX17" fmla="*/ 827460 w 1768701"/>
              <a:gd name="connsiteY17" fmla="*/ 511589 h 1819275"/>
              <a:gd name="connsiteX18" fmla="*/ 804660 w 1768701"/>
              <a:gd name="connsiteY18" fmla="*/ 486667 h 1819275"/>
              <a:gd name="connsiteX19" fmla="*/ 759485 w 1768701"/>
              <a:gd name="connsiteY19" fmla="*/ 433846 h 1819275"/>
              <a:gd name="connsiteX20" fmla="*/ 732019 w 1768701"/>
              <a:gd name="connsiteY20" fmla="*/ 407265 h 1819275"/>
              <a:gd name="connsiteX21" fmla="*/ 717863 w 1768701"/>
              <a:gd name="connsiteY21" fmla="*/ 391791 h 1819275"/>
              <a:gd name="connsiteX22" fmla="*/ 677622 w 1768701"/>
              <a:gd name="connsiteY22" fmla="*/ 354620 h 1819275"/>
              <a:gd name="connsiteX23" fmla="*/ 633065 w 1768701"/>
              <a:gd name="connsiteY23" fmla="*/ 311498 h 1819275"/>
              <a:gd name="connsiteX24" fmla="*/ 619739 w 1768701"/>
              <a:gd name="connsiteY24" fmla="*/ 301151 h 1819275"/>
              <a:gd name="connsiteX25" fmla="*/ 604942 w 1768701"/>
              <a:gd name="connsiteY25" fmla="*/ 287483 h 1819275"/>
              <a:gd name="connsiteX26" fmla="*/ 29334 w 1768701"/>
              <a:gd name="connsiteY26" fmla="*/ 3471 h 1819275"/>
              <a:gd name="connsiteX27" fmla="*/ 7152 w 1768701"/>
              <a:gd name="connsiteY27" fmla="*/ 1798 h 1819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768701" h="1819275">
                <a:moveTo>
                  <a:pt x="0" y="0"/>
                </a:moveTo>
                <a:lnTo>
                  <a:pt x="1239837" y="0"/>
                </a:lnTo>
                <a:cubicBezTo>
                  <a:pt x="1820863" y="101600"/>
                  <a:pt x="1981200" y="942975"/>
                  <a:pt x="1425575" y="1819275"/>
                </a:cubicBezTo>
                <a:cubicBezTo>
                  <a:pt x="1410692" y="1702594"/>
                  <a:pt x="1345133" y="1441252"/>
                  <a:pt x="1217011" y="1151279"/>
                </a:cubicBezTo>
                <a:lnTo>
                  <a:pt x="1120532" y="960656"/>
                </a:lnTo>
                <a:lnTo>
                  <a:pt x="1125218" y="962449"/>
                </a:lnTo>
                <a:lnTo>
                  <a:pt x="1087312" y="895020"/>
                </a:lnTo>
                <a:lnTo>
                  <a:pt x="1067594" y="856060"/>
                </a:lnTo>
                <a:lnTo>
                  <a:pt x="1044723" y="819259"/>
                </a:lnTo>
                <a:lnTo>
                  <a:pt x="1032247" y="797066"/>
                </a:lnTo>
                <a:lnTo>
                  <a:pt x="1011074" y="765115"/>
                </a:lnTo>
                <a:lnTo>
                  <a:pt x="976419" y="709350"/>
                </a:lnTo>
                <a:lnTo>
                  <a:pt x="949071" y="671548"/>
                </a:lnTo>
                <a:lnTo>
                  <a:pt x="932625" y="646730"/>
                </a:lnTo>
                <a:lnTo>
                  <a:pt x="911183" y="619176"/>
                </a:lnTo>
                <a:lnTo>
                  <a:pt x="873826" y="567538"/>
                </a:lnTo>
                <a:lnTo>
                  <a:pt x="842456" y="530859"/>
                </a:lnTo>
                <a:lnTo>
                  <a:pt x="827460" y="511589"/>
                </a:lnTo>
                <a:lnTo>
                  <a:pt x="804660" y="486667"/>
                </a:lnTo>
                <a:lnTo>
                  <a:pt x="759485" y="433846"/>
                </a:lnTo>
                <a:lnTo>
                  <a:pt x="732019" y="407265"/>
                </a:lnTo>
                <a:lnTo>
                  <a:pt x="717863" y="391791"/>
                </a:lnTo>
                <a:lnTo>
                  <a:pt x="677622" y="354620"/>
                </a:lnTo>
                <a:lnTo>
                  <a:pt x="633065" y="311498"/>
                </a:lnTo>
                <a:lnTo>
                  <a:pt x="619739" y="301151"/>
                </a:lnTo>
                <a:lnTo>
                  <a:pt x="604942" y="287483"/>
                </a:lnTo>
                <a:cubicBezTo>
                  <a:pt x="414589" y="126628"/>
                  <a:pt x="215013" y="30932"/>
                  <a:pt x="29334" y="3471"/>
                </a:cubicBezTo>
                <a:lnTo>
                  <a:pt x="7152" y="1798"/>
                </a:lnTo>
                <a:close/>
              </a:path>
            </a:pathLst>
          </a:custGeom>
          <a:gradFill flip="none" rotWithShape="1">
            <a:gsLst>
              <a:gs pos="14000">
                <a:srgbClr val="DCE9EF"/>
              </a:gs>
              <a:gs pos="64000">
                <a:srgbClr val="D6E7EC"/>
              </a:gs>
              <a:gs pos="42000">
                <a:srgbClr val="D9E8ED"/>
              </a:gs>
              <a:gs pos="100000">
                <a:srgbClr val="A9B4B8"/>
              </a:gs>
            </a:gsLst>
            <a:lin ang="0" scaled="0"/>
            <a:tileRect/>
          </a:gra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任意多边形 65"/>
          <p:cNvSpPr/>
          <p:nvPr/>
        </p:nvSpPr>
        <p:spPr>
          <a:xfrm flipH="1">
            <a:off x="2808288" y="2514600"/>
            <a:ext cx="1150937" cy="412750"/>
          </a:xfrm>
          <a:custGeom>
            <a:avLst/>
            <a:gdLst>
              <a:gd name="connsiteX0" fmla="*/ 0 w 2286000"/>
              <a:gd name="connsiteY0" fmla="*/ 472440 h 472440"/>
              <a:gd name="connsiteX1" fmla="*/ 472440 w 2286000"/>
              <a:gd name="connsiteY1" fmla="*/ 0 h 472440"/>
              <a:gd name="connsiteX2" fmla="*/ 2286000 w 2286000"/>
              <a:gd name="connsiteY2" fmla="*/ 0 h 47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0" h="472440">
                <a:moveTo>
                  <a:pt x="0" y="472440"/>
                </a:moveTo>
                <a:lnTo>
                  <a:pt x="472440" y="0"/>
                </a:lnTo>
                <a:lnTo>
                  <a:pt x="2286000" y="0"/>
                </a:lnTo>
              </a:path>
            </a:pathLst>
          </a:custGeom>
          <a:noFill/>
          <a:ln w="19050" cap="flat" cmpd="sng" algn="ctr">
            <a:solidFill>
              <a:srgbClr val="C4C4C4"/>
            </a:solidFill>
            <a:prstDash val="sysDot"/>
            <a:miter lim="800000"/>
            <a:headEnd type="oval" w="sm" len="sm"/>
            <a:tailEnd type="oval" w="sm" len="sm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任意多边形 64"/>
          <p:cNvSpPr/>
          <p:nvPr/>
        </p:nvSpPr>
        <p:spPr>
          <a:xfrm>
            <a:off x="5153025" y="2514600"/>
            <a:ext cx="1150938" cy="412750"/>
          </a:xfrm>
          <a:custGeom>
            <a:avLst/>
            <a:gdLst>
              <a:gd name="connsiteX0" fmla="*/ 0 w 2286000"/>
              <a:gd name="connsiteY0" fmla="*/ 472440 h 472440"/>
              <a:gd name="connsiteX1" fmla="*/ 472440 w 2286000"/>
              <a:gd name="connsiteY1" fmla="*/ 0 h 472440"/>
              <a:gd name="connsiteX2" fmla="*/ 2286000 w 2286000"/>
              <a:gd name="connsiteY2" fmla="*/ 0 h 47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0" h="472440">
                <a:moveTo>
                  <a:pt x="0" y="472440"/>
                </a:moveTo>
                <a:lnTo>
                  <a:pt x="472440" y="0"/>
                </a:lnTo>
                <a:lnTo>
                  <a:pt x="2286000" y="0"/>
                </a:lnTo>
              </a:path>
            </a:pathLst>
          </a:custGeom>
          <a:noFill/>
          <a:ln w="19050" cap="flat" cmpd="sng" algn="ctr">
            <a:solidFill>
              <a:srgbClr val="C4C4C4"/>
            </a:solidFill>
            <a:prstDash val="sysDot"/>
            <a:miter lim="800000"/>
            <a:headEnd type="oval" w="sm" len="sm"/>
            <a:tailEnd type="oval" w="sm" len="sm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任意多边形 66"/>
          <p:cNvSpPr/>
          <p:nvPr/>
        </p:nvSpPr>
        <p:spPr>
          <a:xfrm flipH="1" flipV="1">
            <a:off x="2808288" y="4962525"/>
            <a:ext cx="1150937" cy="412750"/>
          </a:xfrm>
          <a:custGeom>
            <a:avLst/>
            <a:gdLst>
              <a:gd name="connsiteX0" fmla="*/ 0 w 2286000"/>
              <a:gd name="connsiteY0" fmla="*/ 472440 h 472440"/>
              <a:gd name="connsiteX1" fmla="*/ 472440 w 2286000"/>
              <a:gd name="connsiteY1" fmla="*/ 0 h 472440"/>
              <a:gd name="connsiteX2" fmla="*/ 2286000 w 2286000"/>
              <a:gd name="connsiteY2" fmla="*/ 0 h 47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0" h="472440">
                <a:moveTo>
                  <a:pt x="0" y="472440"/>
                </a:moveTo>
                <a:lnTo>
                  <a:pt x="472440" y="0"/>
                </a:lnTo>
                <a:lnTo>
                  <a:pt x="2286000" y="0"/>
                </a:lnTo>
              </a:path>
            </a:pathLst>
          </a:custGeom>
          <a:noFill/>
          <a:ln w="19050" cap="flat" cmpd="sng" algn="ctr">
            <a:solidFill>
              <a:srgbClr val="C4C4C4"/>
            </a:solidFill>
            <a:prstDash val="sysDot"/>
            <a:miter lim="800000"/>
            <a:headEnd type="oval" w="sm" len="sm"/>
            <a:tailEnd type="oval" w="sm" len="sm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任意多边形 67"/>
          <p:cNvSpPr/>
          <p:nvPr/>
        </p:nvSpPr>
        <p:spPr>
          <a:xfrm flipV="1">
            <a:off x="5153025" y="4962525"/>
            <a:ext cx="1150938" cy="412750"/>
          </a:xfrm>
          <a:custGeom>
            <a:avLst/>
            <a:gdLst>
              <a:gd name="connsiteX0" fmla="*/ 0 w 2286000"/>
              <a:gd name="connsiteY0" fmla="*/ 472440 h 472440"/>
              <a:gd name="connsiteX1" fmla="*/ 472440 w 2286000"/>
              <a:gd name="connsiteY1" fmla="*/ 0 h 472440"/>
              <a:gd name="connsiteX2" fmla="*/ 2286000 w 2286000"/>
              <a:gd name="connsiteY2" fmla="*/ 0 h 47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86000" h="472440">
                <a:moveTo>
                  <a:pt x="0" y="472440"/>
                </a:moveTo>
                <a:lnTo>
                  <a:pt x="472440" y="0"/>
                </a:lnTo>
                <a:lnTo>
                  <a:pt x="2286000" y="0"/>
                </a:lnTo>
              </a:path>
            </a:pathLst>
          </a:custGeom>
          <a:noFill/>
          <a:ln w="19050" cap="flat" cmpd="sng" algn="ctr">
            <a:solidFill>
              <a:srgbClr val="C4C4C4"/>
            </a:solidFill>
            <a:prstDash val="sysDot"/>
            <a:miter lim="800000"/>
            <a:headEnd type="oval" w="sm" len="sm"/>
            <a:tailEnd type="oval" w="sm" len="sm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sysClr val="window" lastClr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132" name="直接箭头连接符 69"/>
          <p:cNvCxnSpPr>
            <a:cxnSpLocks noChangeShapeType="1"/>
          </p:cNvCxnSpPr>
          <p:nvPr/>
        </p:nvCxnSpPr>
        <p:spPr bwMode="auto">
          <a:xfrm flipH="1">
            <a:off x="5656263" y="3970338"/>
            <a:ext cx="647700" cy="11112"/>
          </a:xfrm>
          <a:prstGeom prst="straightConnector1">
            <a:avLst/>
          </a:prstGeom>
          <a:noFill/>
          <a:ln w="19050" algn="ctr">
            <a:solidFill>
              <a:srgbClr val="C4C4C4"/>
            </a:solidFill>
            <a:prstDash val="sysDot"/>
            <a:miter lim="800000"/>
            <a:headEnd type="oval" w="sm" len="sm"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33" name="直接箭头连接符 73"/>
          <p:cNvCxnSpPr>
            <a:cxnSpLocks noChangeShapeType="1"/>
          </p:cNvCxnSpPr>
          <p:nvPr/>
        </p:nvCxnSpPr>
        <p:spPr bwMode="auto">
          <a:xfrm flipH="1">
            <a:off x="2808288" y="3975100"/>
            <a:ext cx="647700" cy="12700"/>
          </a:xfrm>
          <a:prstGeom prst="straightConnector1">
            <a:avLst/>
          </a:prstGeom>
          <a:noFill/>
          <a:ln w="19050" algn="ctr">
            <a:solidFill>
              <a:srgbClr val="C4C4C4"/>
            </a:solidFill>
            <a:prstDash val="sysDot"/>
            <a:miter lim="800000"/>
            <a:headEnd type="oval" w="sm" len="sm"/>
            <a:tailEnd type="oval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34" name="文本框 75"/>
          <p:cNvSpPr txBox="1">
            <a:spLocks noChangeArrowheads="1"/>
          </p:cNvSpPr>
          <p:nvPr/>
        </p:nvSpPr>
        <p:spPr bwMode="auto">
          <a:xfrm>
            <a:off x="6389688" y="2339672"/>
            <a:ext cx="1260475" cy="345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4B4B4B"/>
                </a:solidFill>
                <a:latin typeface="微软雅黑" pitchFamily="34" charset="-122"/>
                <a:ea typeface="微软雅黑" pitchFamily="34" charset="-122"/>
              </a:rPr>
              <a:t>定位安全隐患</a:t>
            </a:r>
            <a:endParaRPr lang="en-US" altLang="zh-CN" sz="1400" dirty="0">
              <a:solidFill>
                <a:srgbClr val="4B4B4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35" name="文本框 76"/>
          <p:cNvSpPr txBox="1">
            <a:spLocks noChangeArrowheads="1"/>
          </p:cNvSpPr>
          <p:nvPr/>
        </p:nvSpPr>
        <p:spPr bwMode="auto">
          <a:xfrm>
            <a:off x="6389688" y="3804934"/>
            <a:ext cx="1260475" cy="345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4B4B4B"/>
                </a:solidFill>
                <a:latin typeface="微软雅黑" pitchFamily="34" charset="-122"/>
                <a:ea typeface="微软雅黑" pitchFamily="34" charset="-122"/>
              </a:rPr>
              <a:t>识别错误</a:t>
            </a:r>
            <a:endParaRPr lang="en-US" altLang="zh-CN" sz="1400" dirty="0">
              <a:solidFill>
                <a:srgbClr val="4B4B4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36" name="文本框 77"/>
          <p:cNvSpPr txBox="1">
            <a:spLocks noChangeArrowheads="1"/>
          </p:cNvSpPr>
          <p:nvPr/>
        </p:nvSpPr>
        <p:spPr bwMode="auto">
          <a:xfrm>
            <a:off x="6389688" y="5060950"/>
            <a:ext cx="1260475" cy="62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1400">
                <a:solidFill>
                  <a:srgbClr val="4B4B4B"/>
                </a:solidFill>
                <a:latin typeface="微软雅黑" pitchFamily="34" charset="-122"/>
                <a:ea typeface="微软雅黑" pitchFamily="34" charset="-122"/>
              </a:rPr>
              <a:t>此处输入文本</a:t>
            </a:r>
            <a:endParaRPr lang="en-US" altLang="zh-CN" sz="1400">
              <a:solidFill>
                <a:srgbClr val="4B4B4B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1400">
                <a:solidFill>
                  <a:srgbClr val="4B4B4B"/>
                </a:solidFill>
                <a:latin typeface="微软雅黑" pitchFamily="34" charset="-122"/>
                <a:ea typeface="微软雅黑" pitchFamily="34" charset="-122"/>
              </a:rPr>
              <a:t>此处输入文本</a:t>
            </a:r>
            <a:endParaRPr lang="en-US" altLang="zh-CN" sz="1400">
              <a:solidFill>
                <a:srgbClr val="4B4B4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37" name="文本框 78"/>
          <p:cNvSpPr txBox="1">
            <a:spLocks noChangeArrowheads="1"/>
          </p:cNvSpPr>
          <p:nvPr/>
        </p:nvSpPr>
        <p:spPr bwMode="auto">
          <a:xfrm>
            <a:off x="1455738" y="2045939"/>
            <a:ext cx="1260475" cy="93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en-US" altLang="zh-CN" sz="1400" dirty="0" smtClean="0">
                <a:solidFill>
                  <a:srgbClr val="4B4B4B"/>
                </a:solidFill>
                <a:latin typeface="微软雅黑" pitchFamily="34" charset="-122"/>
                <a:ea typeface="微软雅黑" pitchFamily="34" charset="-122"/>
              </a:rPr>
              <a:t>C, C++, ,Java, C#</a:t>
            </a:r>
            <a:endParaRPr lang="en-US" altLang="zh-CN" sz="1400" dirty="0">
              <a:solidFill>
                <a:srgbClr val="4B4B4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38" name="文本框 79"/>
          <p:cNvSpPr txBox="1">
            <a:spLocks noChangeArrowheads="1"/>
          </p:cNvSpPr>
          <p:nvPr/>
        </p:nvSpPr>
        <p:spPr bwMode="auto">
          <a:xfrm>
            <a:off x="1455738" y="3822397"/>
            <a:ext cx="1260475" cy="345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1400" dirty="0" smtClean="0">
                <a:solidFill>
                  <a:srgbClr val="4B4B4B"/>
                </a:solidFill>
                <a:latin typeface="微软雅黑" pitchFamily="34" charset="-122"/>
                <a:ea typeface="微软雅黑" pitchFamily="34" charset="-122"/>
              </a:rPr>
              <a:t>软件架构</a:t>
            </a:r>
            <a:endParaRPr lang="en-US" altLang="zh-CN" sz="1400" dirty="0">
              <a:solidFill>
                <a:srgbClr val="4B4B4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39" name="文本框 80"/>
          <p:cNvSpPr txBox="1">
            <a:spLocks noChangeArrowheads="1"/>
          </p:cNvSpPr>
          <p:nvPr/>
        </p:nvSpPr>
        <p:spPr bwMode="auto">
          <a:xfrm>
            <a:off x="1455738" y="5060950"/>
            <a:ext cx="1260475" cy="62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  <a:ea typeface="宋体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1400">
                <a:solidFill>
                  <a:srgbClr val="4B4B4B"/>
                </a:solidFill>
                <a:latin typeface="微软雅黑" pitchFamily="34" charset="-122"/>
                <a:ea typeface="微软雅黑" pitchFamily="34" charset="-122"/>
              </a:rPr>
              <a:t>此处输入文本</a:t>
            </a:r>
            <a:endParaRPr lang="en-US" altLang="zh-CN" sz="1400">
              <a:solidFill>
                <a:srgbClr val="4B4B4B"/>
              </a:solidFill>
              <a:latin typeface="微软雅黑" pitchFamily="34" charset="-122"/>
              <a:ea typeface="微软雅黑" pitchFamily="34" charset="-122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1400">
                <a:solidFill>
                  <a:srgbClr val="4B4B4B"/>
                </a:solidFill>
                <a:latin typeface="微软雅黑" pitchFamily="34" charset="-122"/>
                <a:ea typeface="微软雅黑" pitchFamily="34" charset="-122"/>
              </a:rPr>
              <a:t>此处输入文本</a:t>
            </a:r>
            <a:endParaRPr lang="en-US" altLang="zh-CN" sz="1400">
              <a:solidFill>
                <a:srgbClr val="4B4B4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140" name="标题 5"/>
          <p:cNvSpPr>
            <a:spLocks noGrp="1"/>
          </p:cNvSpPr>
          <p:nvPr>
            <p:ph type="title"/>
          </p:nvPr>
        </p:nvSpPr>
        <p:spPr>
          <a:xfrm>
            <a:off x="1055688" y="0"/>
            <a:ext cx="8353425" cy="720725"/>
          </a:xfrm>
        </p:spPr>
        <p:txBody>
          <a:bodyPr/>
          <a:lstStyle/>
          <a:p>
            <a:r>
              <a:rPr lang="en-US" altLang="zh-CN" dirty="0" err="1" smtClean="0"/>
              <a:t>Klockwork</a:t>
            </a: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360303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文本框 44"/>
          <p:cNvSpPr txBox="1">
            <a:spLocks noChangeArrowheads="1"/>
          </p:cNvSpPr>
          <p:nvPr/>
        </p:nvSpPr>
        <p:spPr bwMode="auto">
          <a:xfrm>
            <a:off x="2727325" y="1512888"/>
            <a:ext cx="3609975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6600" smtClean="0">
                <a:solidFill>
                  <a:schemeClr val="accent1">
                    <a:lumMod val="75000"/>
                  </a:schemeClr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谢谢大家</a:t>
            </a:r>
          </a:p>
        </p:txBody>
      </p:sp>
      <p:sp>
        <p:nvSpPr>
          <p:cNvPr id="3075" name="文本框 45"/>
          <p:cNvSpPr txBox="1">
            <a:spLocks noChangeArrowheads="1"/>
          </p:cNvSpPr>
          <p:nvPr/>
        </p:nvSpPr>
        <p:spPr bwMode="auto">
          <a:xfrm>
            <a:off x="2876550" y="2538413"/>
            <a:ext cx="3214688" cy="3063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1400" smtClean="0">
                <a:solidFill>
                  <a:schemeClr val="accent1"/>
                </a:solidFill>
                <a:latin typeface="Tempus Sans ITC" panose="04020404030D07020202" pitchFamily="82" charset="0"/>
              </a:rPr>
              <a:t>THANK YOU FOR YOUR ATTENTION</a:t>
            </a:r>
            <a:endParaRPr lang="zh-CN" altLang="en-US" sz="1400" smtClean="0">
              <a:solidFill>
                <a:schemeClr val="accent1"/>
              </a:solidFill>
              <a:latin typeface="Tempus Sans ITC" panose="04020404030D07020202" pitchFamily="82" charset="0"/>
            </a:endParaRPr>
          </a:p>
        </p:txBody>
      </p:sp>
      <p:sp>
        <p:nvSpPr>
          <p:cNvPr id="3076" name="椭圆 16"/>
          <p:cNvSpPr>
            <a:spLocks noChangeArrowheads="1"/>
          </p:cNvSpPr>
          <p:nvPr/>
        </p:nvSpPr>
        <p:spPr bwMode="auto">
          <a:xfrm>
            <a:off x="3679825" y="4537075"/>
            <a:ext cx="463550" cy="463550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077" name="KSO_Shape"/>
          <p:cNvSpPr>
            <a:spLocks/>
          </p:cNvSpPr>
          <p:nvPr/>
        </p:nvSpPr>
        <p:spPr bwMode="auto">
          <a:xfrm>
            <a:off x="3829050" y="4672013"/>
            <a:ext cx="165100" cy="193675"/>
          </a:xfrm>
          <a:custGeom>
            <a:avLst/>
            <a:gdLst>
              <a:gd name="T0" fmla="*/ 9842 w 396520"/>
              <a:gd name="T1" fmla="*/ 9132 h 469210"/>
              <a:gd name="T2" fmla="*/ 11843 w 396520"/>
              <a:gd name="T3" fmla="*/ 11083 h 469210"/>
              <a:gd name="T4" fmla="*/ 11331 w 396520"/>
              <a:gd name="T5" fmla="*/ 12800 h 469210"/>
              <a:gd name="T6" fmla="*/ 10594 w 396520"/>
              <a:gd name="T7" fmla="*/ 11131 h 469210"/>
              <a:gd name="T8" fmla="*/ 8631 w 396520"/>
              <a:gd name="T9" fmla="*/ 9828 h 469210"/>
              <a:gd name="T10" fmla="*/ 9842 w 396520"/>
              <a:gd name="T11" fmla="*/ 9132 h 469210"/>
              <a:gd name="T12" fmla="*/ 1334 w 396520"/>
              <a:gd name="T13" fmla="*/ 274 h 469210"/>
              <a:gd name="T14" fmla="*/ 2967 w 396520"/>
              <a:gd name="T15" fmla="*/ 3016 h 469210"/>
              <a:gd name="T16" fmla="*/ 3090 w 396520"/>
              <a:gd name="T17" fmla="*/ 5018 h 469210"/>
              <a:gd name="T18" fmla="*/ 2816 w 396520"/>
              <a:gd name="T19" fmla="*/ 5566 h 469210"/>
              <a:gd name="T20" fmla="*/ 7224 w 396520"/>
              <a:gd name="T21" fmla="*/ 10138 h 469210"/>
              <a:gd name="T22" fmla="*/ 8282 w 396520"/>
              <a:gd name="T23" fmla="*/ 10076 h 469210"/>
              <a:gd name="T24" fmla="*/ 8292 w 396520"/>
              <a:gd name="T25" fmla="*/ 10092 h 469210"/>
              <a:gd name="T26" fmla="*/ 10445 w 396520"/>
              <a:gd name="T27" fmla="*/ 11278 h 469210"/>
              <a:gd name="T28" fmla="*/ 11163 w 396520"/>
              <a:gd name="T29" fmla="*/ 13008 h 469210"/>
              <a:gd name="T30" fmla="*/ 8661 w 396520"/>
              <a:gd name="T31" fmla="*/ 13590 h 469210"/>
              <a:gd name="T32" fmla="*/ 20 w 396520"/>
              <a:gd name="T33" fmla="*/ 2607 h 469210"/>
              <a:gd name="T34" fmla="*/ 430 w 396520"/>
              <a:gd name="T35" fmla="*/ 1148 h 469210"/>
              <a:gd name="T36" fmla="*/ 1334 w 396520"/>
              <a:gd name="T37" fmla="*/ 274 h 469210"/>
              <a:gd name="T38" fmla="*/ 2580 w 396520"/>
              <a:gd name="T39" fmla="*/ 0 h 469210"/>
              <a:gd name="T40" fmla="*/ 4447 w 396520"/>
              <a:gd name="T41" fmla="*/ 3720 h 469210"/>
              <a:gd name="T42" fmla="*/ 3283 w 396520"/>
              <a:gd name="T43" fmla="*/ 4876 h 469210"/>
              <a:gd name="T44" fmla="*/ 3164 w 396520"/>
              <a:gd name="T45" fmla="*/ 2933 h 469210"/>
              <a:gd name="T46" fmla="*/ 1658 w 396520"/>
              <a:gd name="T47" fmla="*/ 148 h 469210"/>
              <a:gd name="T48" fmla="*/ 2580 w 396520"/>
              <a:gd name="T49" fmla="*/ 0 h 469210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396520" h="469210">
                <a:moveTo>
                  <a:pt x="327445" y="314600"/>
                </a:moveTo>
                <a:cubicBezTo>
                  <a:pt x="356349" y="319254"/>
                  <a:pt x="385797" y="360745"/>
                  <a:pt x="394054" y="381803"/>
                </a:cubicBezTo>
                <a:cubicBezTo>
                  <a:pt x="402312" y="402860"/>
                  <a:pt x="388098" y="427511"/>
                  <a:pt x="376990" y="440944"/>
                </a:cubicBezTo>
                <a:cubicBezTo>
                  <a:pt x="373700" y="421882"/>
                  <a:pt x="364955" y="401443"/>
                  <a:pt x="352485" y="383463"/>
                </a:cubicBezTo>
                <a:cubicBezTo>
                  <a:pt x="332676" y="354903"/>
                  <a:pt x="307287" y="337803"/>
                  <a:pt x="287162" y="338581"/>
                </a:cubicBezTo>
                <a:cubicBezTo>
                  <a:pt x="300917" y="326499"/>
                  <a:pt x="298542" y="309947"/>
                  <a:pt x="327445" y="314600"/>
                </a:cubicBezTo>
                <a:close/>
                <a:moveTo>
                  <a:pt x="44367" y="9445"/>
                </a:moveTo>
                <a:cubicBezTo>
                  <a:pt x="65307" y="7976"/>
                  <a:pt x="88582" y="48300"/>
                  <a:pt x="98716" y="103893"/>
                </a:cubicBezTo>
                <a:cubicBezTo>
                  <a:pt x="103023" y="127522"/>
                  <a:pt x="104507" y="151694"/>
                  <a:pt x="102812" y="172874"/>
                </a:cubicBezTo>
                <a:cubicBezTo>
                  <a:pt x="96419" y="177933"/>
                  <a:pt x="92462" y="183883"/>
                  <a:pt x="93679" y="191748"/>
                </a:cubicBezTo>
                <a:cubicBezTo>
                  <a:pt x="97962" y="219449"/>
                  <a:pt x="202914" y="329063"/>
                  <a:pt x="240363" y="349244"/>
                </a:cubicBezTo>
                <a:cubicBezTo>
                  <a:pt x="253454" y="356299"/>
                  <a:pt x="265280" y="353652"/>
                  <a:pt x="275564" y="347108"/>
                </a:cubicBezTo>
                <a:lnTo>
                  <a:pt x="275884" y="347663"/>
                </a:lnTo>
                <a:cubicBezTo>
                  <a:pt x="293996" y="337193"/>
                  <a:pt x="324545" y="354625"/>
                  <a:pt x="347507" y="388530"/>
                </a:cubicBezTo>
                <a:cubicBezTo>
                  <a:pt x="360303" y="407426"/>
                  <a:pt x="369015" y="429003"/>
                  <a:pt x="371399" y="448117"/>
                </a:cubicBezTo>
                <a:cubicBezTo>
                  <a:pt x="347296" y="472826"/>
                  <a:pt x="310581" y="469765"/>
                  <a:pt x="288158" y="468159"/>
                </a:cubicBezTo>
                <a:cubicBezTo>
                  <a:pt x="253182" y="465654"/>
                  <a:pt x="-15065" y="364036"/>
                  <a:pt x="664" y="89829"/>
                </a:cubicBezTo>
                <a:cubicBezTo>
                  <a:pt x="3125" y="70964"/>
                  <a:pt x="7079" y="53749"/>
                  <a:pt x="14299" y="39550"/>
                </a:cubicBezTo>
                <a:cubicBezTo>
                  <a:pt x="20978" y="26415"/>
                  <a:pt x="30453" y="15861"/>
                  <a:pt x="44367" y="9445"/>
                </a:cubicBezTo>
                <a:close/>
                <a:moveTo>
                  <a:pt x="85842" y="6"/>
                </a:moveTo>
                <a:cubicBezTo>
                  <a:pt x="147282" y="-938"/>
                  <a:pt x="156451" y="106342"/>
                  <a:pt x="147962" y="128156"/>
                </a:cubicBezTo>
                <a:cubicBezTo>
                  <a:pt x="140696" y="146825"/>
                  <a:pt x="125598" y="157194"/>
                  <a:pt x="109217" y="167957"/>
                </a:cubicBezTo>
                <a:cubicBezTo>
                  <a:pt x="111214" y="147002"/>
                  <a:pt x="109601" y="123749"/>
                  <a:pt x="105273" y="101024"/>
                </a:cubicBezTo>
                <a:cubicBezTo>
                  <a:pt x="95931" y="51971"/>
                  <a:pt x="75887" y="14560"/>
                  <a:pt x="55177" y="5105"/>
                </a:cubicBezTo>
                <a:cubicBezTo>
                  <a:pt x="63799" y="1769"/>
                  <a:pt x="73998" y="188"/>
                  <a:pt x="85842" y="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078" name="椭圆 18"/>
          <p:cNvSpPr>
            <a:spLocks noChangeArrowheads="1"/>
          </p:cNvSpPr>
          <p:nvPr/>
        </p:nvSpPr>
        <p:spPr bwMode="auto">
          <a:xfrm>
            <a:off x="4956175" y="4537075"/>
            <a:ext cx="465138" cy="463550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079" name="KSO_Shape"/>
          <p:cNvSpPr>
            <a:spLocks/>
          </p:cNvSpPr>
          <p:nvPr/>
        </p:nvSpPr>
        <p:spPr bwMode="auto">
          <a:xfrm>
            <a:off x="5094288" y="4705350"/>
            <a:ext cx="188912" cy="127000"/>
          </a:xfrm>
          <a:custGeom>
            <a:avLst/>
            <a:gdLst>
              <a:gd name="T0" fmla="*/ 4 w 4974795"/>
              <a:gd name="T1" fmla="*/ 4 h 3320682"/>
              <a:gd name="T2" fmla="*/ 5 w 4974795"/>
              <a:gd name="T3" fmla="*/ 5 h 3320682"/>
              <a:gd name="T4" fmla="*/ 6 w 4974795"/>
              <a:gd name="T5" fmla="*/ 4 h 3320682"/>
              <a:gd name="T6" fmla="*/ 10 w 4974795"/>
              <a:gd name="T7" fmla="*/ 7 h 3320682"/>
              <a:gd name="T8" fmla="*/ 0 w 4974795"/>
              <a:gd name="T9" fmla="*/ 7 h 3320682"/>
              <a:gd name="T10" fmla="*/ 4 w 4974795"/>
              <a:gd name="T11" fmla="*/ 4 h 3320682"/>
              <a:gd name="T12" fmla="*/ 0 w 4974795"/>
              <a:gd name="T13" fmla="*/ 0 h 3320682"/>
              <a:gd name="T14" fmla="*/ 4 w 4974795"/>
              <a:gd name="T15" fmla="*/ 4 h 3320682"/>
              <a:gd name="T16" fmla="*/ 0 w 4974795"/>
              <a:gd name="T17" fmla="*/ 7 h 3320682"/>
              <a:gd name="T18" fmla="*/ 0 w 4974795"/>
              <a:gd name="T19" fmla="*/ 0 h 3320682"/>
              <a:gd name="T20" fmla="*/ 10 w 4974795"/>
              <a:gd name="T21" fmla="*/ 0 h 3320682"/>
              <a:gd name="T22" fmla="*/ 10 w 4974795"/>
              <a:gd name="T23" fmla="*/ 7 h 3320682"/>
              <a:gd name="T24" fmla="*/ 7 w 4974795"/>
              <a:gd name="T25" fmla="*/ 4 h 3320682"/>
              <a:gd name="T26" fmla="*/ 10 w 4974795"/>
              <a:gd name="T27" fmla="*/ 0 h 3320682"/>
              <a:gd name="T28" fmla="*/ 0 w 4974795"/>
              <a:gd name="T29" fmla="*/ 0 h 3320682"/>
              <a:gd name="T30" fmla="*/ 10 w 4974795"/>
              <a:gd name="T31" fmla="*/ 0 h 3320682"/>
              <a:gd name="T32" fmla="*/ 5 w 4974795"/>
              <a:gd name="T33" fmla="*/ 5 h 3320682"/>
              <a:gd name="T34" fmla="*/ 0 w 4974795"/>
              <a:gd name="T35" fmla="*/ 0 h 3320682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4974795" h="3320682">
                <a:moveTo>
                  <a:pt x="1897867" y="1805825"/>
                </a:moveTo>
                <a:lnTo>
                  <a:pt x="2485737" y="2315734"/>
                </a:lnTo>
                <a:lnTo>
                  <a:pt x="3073607" y="1805825"/>
                </a:lnTo>
                <a:lnTo>
                  <a:pt x="4820061" y="3320682"/>
                </a:lnTo>
                <a:lnTo>
                  <a:pt x="151413" y="3320682"/>
                </a:lnTo>
                <a:lnTo>
                  <a:pt x="1897867" y="1805825"/>
                </a:lnTo>
                <a:close/>
                <a:moveTo>
                  <a:pt x="0" y="159634"/>
                </a:moveTo>
                <a:lnTo>
                  <a:pt x="1788328" y="1710812"/>
                </a:lnTo>
                <a:lnTo>
                  <a:pt x="0" y="3261996"/>
                </a:lnTo>
                <a:lnTo>
                  <a:pt x="0" y="159634"/>
                </a:lnTo>
                <a:close/>
                <a:moveTo>
                  <a:pt x="4974795" y="156753"/>
                </a:moveTo>
                <a:lnTo>
                  <a:pt x="4974795" y="3264872"/>
                </a:lnTo>
                <a:lnTo>
                  <a:pt x="3183146" y="1710812"/>
                </a:lnTo>
                <a:lnTo>
                  <a:pt x="4974795" y="156753"/>
                </a:lnTo>
                <a:close/>
                <a:moveTo>
                  <a:pt x="35040" y="0"/>
                </a:moveTo>
                <a:lnTo>
                  <a:pt x="4936434" y="0"/>
                </a:lnTo>
                <a:lnTo>
                  <a:pt x="2485737" y="2125709"/>
                </a:lnTo>
                <a:lnTo>
                  <a:pt x="3504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080" name="椭圆 20"/>
          <p:cNvSpPr>
            <a:spLocks noChangeArrowheads="1"/>
          </p:cNvSpPr>
          <p:nvPr/>
        </p:nvSpPr>
        <p:spPr bwMode="auto">
          <a:xfrm>
            <a:off x="6234113" y="4537075"/>
            <a:ext cx="465137" cy="463550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081" name="KSO_Shape"/>
          <p:cNvSpPr>
            <a:spLocks/>
          </p:cNvSpPr>
          <p:nvPr/>
        </p:nvSpPr>
        <p:spPr bwMode="auto">
          <a:xfrm>
            <a:off x="6367463" y="4667250"/>
            <a:ext cx="198437" cy="203200"/>
          </a:xfrm>
          <a:custGeom>
            <a:avLst/>
            <a:gdLst>
              <a:gd name="T0" fmla="*/ 134 w 1119349"/>
              <a:gd name="T1" fmla="*/ 778 h 1157433"/>
              <a:gd name="T2" fmla="*/ 107 w 1119349"/>
              <a:gd name="T3" fmla="*/ 1048 h 1157433"/>
              <a:gd name="T4" fmla="*/ 432 w 1119349"/>
              <a:gd name="T5" fmla="*/ 988 h 1157433"/>
              <a:gd name="T6" fmla="*/ 134 w 1119349"/>
              <a:gd name="T7" fmla="*/ 778 h 1157433"/>
              <a:gd name="T8" fmla="*/ 575 w 1119349"/>
              <a:gd name="T9" fmla="*/ 328 h 1157433"/>
              <a:gd name="T10" fmla="*/ 409 w 1119349"/>
              <a:gd name="T11" fmla="*/ 471 h 1157433"/>
              <a:gd name="T12" fmla="*/ 741 w 1119349"/>
              <a:gd name="T13" fmla="*/ 471 h 1157433"/>
              <a:gd name="T14" fmla="*/ 575 w 1119349"/>
              <a:gd name="T15" fmla="*/ 328 h 1157433"/>
              <a:gd name="T16" fmla="*/ 943 w 1119349"/>
              <a:gd name="T17" fmla="*/ 0 h 1157433"/>
              <a:gd name="T18" fmla="*/ 1068 w 1119349"/>
              <a:gd name="T19" fmla="*/ 39 h 1157433"/>
              <a:gd name="T20" fmla="*/ 1106 w 1119349"/>
              <a:gd name="T21" fmla="*/ 110 h 1157433"/>
              <a:gd name="T22" fmla="*/ 1080 w 1119349"/>
              <a:gd name="T23" fmla="*/ 77 h 1157433"/>
              <a:gd name="T24" fmla="*/ 728 w 1119349"/>
              <a:gd name="T25" fmla="*/ 124 h 1157433"/>
              <a:gd name="T26" fmla="*/ 1078 w 1119349"/>
              <a:gd name="T27" fmla="*/ 554 h 1157433"/>
              <a:gd name="T28" fmla="*/ 1072 w 1119349"/>
              <a:gd name="T29" fmla="*/ 609 h 1157433"/>
              <a:gd name="T30" fmla="*/ 747 w 1119349"/>
              <a:gd name="T31" fmla="*/ 609 h 1157433"/>
              <a:gd name="T32" fmla="*/ 710 w 1119349"/>
              <a:gd name="T33" fmla="*/ 609 h 1157433"/>
              <a:gd name="T34" fmla="*/ 403 w 1119349"/>
              <a:gd name="T35" fmla="*/ 609 h 1157433"/>
              <a:gd name="T36" fmla="*/ 575 w 1119349"/>
              <a:gd name="T37" fmla="*/ 778 h 1157433"/>
              <a:gd name="T38" fmla="*/ 717 w 1119349"/>
              <a:gd name="T39" fmla="*/ 692 h 1157433"/>
              <a:gd name="T40" fmla="*/ 1052 w 1119349"/>
              <a:gd name="T41" fmla="*/ 692 h 1157433"/>
              <a:gd name="T42" fmla="*/ 571 w 1119349"/>
              <a:gd name="T43" fmla="*/ 1007 h 1157433"/>
              <a:gd name="T44" fmla="*/ 465 w 1119349"/>
              <a:gd name="T45" fmla="*/ 996 h 1157433"/>
              <a:gd name="T46" fmla="*/ 45 w 1119349"/>
              <a:gd name="T47" fmla="*/ 1060 h 1157433"/>
              <a:gd name="T48" fmla="*/ 123 w 1119349"/>
              <a:gd name="T49" fmla="*/ 613 h 1157433"/>
              <a:gd name="T50" fmla="*/ 129 w 1119349"/>
              <a:gd name="T51" fmla="*/ 603 h 1157433"/>
              <a:gd name="T52" fmla="*/ 161 w 1119349"/>
              <a:gd name="T53" fmla="*/ 554 h 1157433"/>
              <a:gd name="T54" fmla="*/ 187 w 1119349"/>
              <a:gd name="T55" fmla="*/ 520 h 1157433"/>
              <a:gd name="T56" fmla="*/ 246 w 1119349"/>
              <a:gd name="T57" fmla="*/ 445 h 1157433"/>
              <a:gd name="T58" fmla="*/ 285 w 1119349"/>
              <a:gd name="T59" fmla="*/ 403 h 1157433"/>
              <a:gd name="T60" fmla="*/ 337 w 1119349"/>
              <a:gd name="T61" fmla="*/ 346 h 1157433"/>
              <a:gd name="T62" fmla="*/ 492 w 1119349"/>
              <a:gd name="T63" fmla="*/ 210 h 1157433"/>
              <a:gd name="T64" fmla="*/ 65 w 1119349"/>
              <a:gd name="T65" fmla="*/ 551 h 1157433"/>
              <a:gd name="T66" fmla="*/ 571 w 1119349"/>
              <a:gd name="T67" fmla="*/ 100 h 1157433"/>
              <a:gd name="T68" fmla="*/ 644 w 1119349"/>
              <a:gd name="T69" fmla="*/ 106 h 1157433"/>
              <a:gd name="T70" fmla="*/ 943 w 1119349"/>
              <a:gd name="T71" fmla="*/ 0 h 1157433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0" t="0" r="r" b="b"/>
            <a:pathLst>
              <a:path w="1119349" h="1157433">
                <a:moveTo>
                  <a:pt x="135620" y="818456"/>
                </a:moveTo>
                <a:cubicBezTo>
                  <a:pt x="71450" y="948523"/>
                  <a:pt x="57484" y="1054732"/>
                  <a:pt x="108323" y="1103729"/>
                </a:cubicBezTo>
                <a:cubicBezTo>
                  <a:pt x="164989" y="1158341"/>
                  <a:pt x="289713" y="1129874"/>
                  <a:pt x="437069" y="1040437"/>
                </a:cubicBezTo>
                <a:cubicBezTo>
                  <a:pt x="307239" y="1007168"/>
                  <a:pt x="198946" y="926245"/>
                  <a:pt x="135620" y="818456"/>
                </a:cubicBezTo>
                <a:close/>
                <a:moveTo>
                  <a:pt x="582086" y="345816"/>
                </a:moveTo>
                <a:cubicBezTo>
                  <a:pt x="490772" y="345817"/>
                  <a:pt x="434615" y="407693"/>
                  <a:pt x="413811" y="495363"/>
                </a:cubicBezTo>
                <a:lnTo>
                  <a:pt x="750361" y="495364"/>
                </a:lnTo>
                <a:cubicBezTo>
                  <a:pt x="729557" y="407692"/>
                  <a:pt x="673401" y="345816"/>
                  <a:pt x="582086" y="345816"/>
                </a:cubicBezTo>
                <a:close/>
                <a:moveTo>
                  <a:pt x="954622" y="129"/>
                </a:moveTo>
                <a:cubicBezTo>
                  <a:pt x="1007406" y="-1466"/>
                  <a:pt x="1051113" y="11645"/>
                  <a:pt x="1081775" y="41196"/>
                </a:cubicBezTo>
                <a:cubicBezTo>
                  <a:pt x="1101805" y="60500"/>
                  <a:pt x="1115030" y="85625"/>
                  <a:pt x="1119349" y="116033"/>
                </a:cubicBezTo>
                <a:cubicBezTo>
                  <a:pt x="1112931" y="103633"/>
                  <a:pt x="1104158" y="92219"/>
                  <a:pt x="1093494" y="81508"/>
                </a:cubicBezTo>
                <a:cubicBezTo>
                  <a:pt x="1010899" y="-1451"/>
                  <a:pt x="882017" y="28786"/>
                  <a:pt x="737350" y="130602"/>
                </a:cubicBezTo>
                <a:cubicBezTo>
                  <a:pt x="943277" y="190863"/>
                  <a:pt x="1091569" y="370605"/>
                  <a:pt x="1091569" y="582598"/>
                </a:cubicBezTo>
                <a:lnTo>
                  <a:pt x="1085273" y="640757"/>
                </a:lnTo>
                <a:lnTo>
                  <a:pt x="755888" y="640756"/>
                </a:lnTo>
                <a:lnTo>
                  <a:pt x="719073" y="640757"/>
                </a:lnTo>
                <a:lnTo>
                  <a:pt x="408284" y="640757"/>
                </a:lnTo>
                <a:cubicBezTo>
                  <a:pt x="424002" y="743453"/>
                  <a:pt x="484447" y="819382"/>
                  <a:pt x="582086" y="819383"/>
                </a:cubicBezTo>
                <a:cubicBezTo>
                  <a:pt x="648673" y="819382"/>
                  <a:pt x="697960" y="784070"/>
                  <a:pt x="725617" y="727992"/>
                </a:cubicBezTo>
                <a:lnTo>
                  <a:pt x="1064773" y="727992"/>
                </a:lnTo>
                <a:cubicBezTo>
                  <a:pt x="1000780" y="921122"/>
                  <a:pt x="807116" y="1060320"/>
                  <a:pt x="578539" y="1060320"/>
                </a:cubicBezTo>
                <a:cubicBezTo>
                  <a:pt x="541437" y="1060319"/>
                  <a:pt x="505255" y="1056652"/>
                  <a:pt x="470646" y="1048435"/>
                </a:cubicBezTo>
                <a:cubicBezTo>
                  <a:pt x="288189" y="1159820"/>
                  <a:pt x="124174" y="1191927"/>
                  <a:pt x="45670" y="1116267"/>
                </a:cubicBezTo>
                <a:cubicBezTo>
                  <a:pt x="-38972" y="1034693"/>
                  <a:pt x="-2092" y="849162"/>
                  <a:pt x="124297" y="645271"/>
                </a:cubicBezTo>
                <a:cubicBezTo>
                  <a:pt x="126384" y="641564"/>
                  <a:pt x="128546" y="637931"/>
                  <a:pt x="130887" y="634433"/>
                </a:cubicBezTo>
                <a:cubicBezTo>
                  <a:pt x="140131" y="616742"/>
                  <a:pt x="151256" y="599735"/>
                  <a:pt x="163296" y="582889"/>
                </a:cubicBezTo>
                <a:cubicBezTo>
                  <a:pt x="171413" y="570408"/>
                  <a:pt x="179765" y="558285"/>
                  <a:pt x="189707" y="547372"/>
                </a:cubicBezTo>
                <a:cubicBezTo>
                  <a:pt x="207410" y="520542"/>
                  <a:pt x="227598" y="494496"/>
                  <a:pt x="249351" y="468810"/>
                </a:cubicBezTo>
                <a:cubicBezTo>
                  <a:pt x="261501" y="453873"/>
                  <a:pt x="274484" y="439223"/>
                  <a:pt x="288439" y="424719"/>
                </a:cubicBezTo>
                <a:cubicBezTo>
                  <a:pt x="304701" y="403895"/>
                  <a:pt x="322841" y="384213"/>
                  <a:pt x="341644" y="364703"/>
                </a:cubicBezTo>
                <a:cubicBezTo>
                  <a:pt x="392793" y="311630"/>
                  <a:pt x="445389" y="263415"/>
                  <a:pt x="498166" y="220924"/>
                </a:cubicBezTo>
                <a:cubicBezTo>
                  <a:pt x="310657" y="309270"/>
                  <a:pt x="183697" y="431706"/>
                  <a:pt x="65845" y="579499"/>
                </a:cubicBezTo>
                <a:cubicBezTo>
                  <a:pt x="67312" y="317087"/>
                  <a:pt x="296312" y="104878"/>
                  <a:pt x="578538" y="104878"/>
                </a:cubicBezTo>
                <a:lnTo>
                  <a:pt x="651994" y="111773"/>
                </a:lnTo>
                <a:cubicBezTo>
                  <a:pt x="764896" y="41979"/>
                  <a:pt x="871117" y="2651"/>
                  <a:pt x="954622" y="12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/>
          <a:p>
            <a:endParaRPr lang="zh-CN" altLang="en-US"/>
          </a:p>
        </p:txBody>
      </p:sp>
      <p:sp>
        <p:nvSpPr>
          <p:cNvPr id="3082" name="椭圆 5"/>
          <p:cNvSpPr>
            <a:spLocks noChangeArrowheads="1"/>
          </p:cNvSpPr>
          <p:nvPr/>
        </p:nvSpPr>
        <p:spPr bwMode="auto">
          <a:xfrm>
            <a:off x="2401888" y="4537075"/>
            <a:ext cx="465137" cy="463550"/>
          </a:xfrm>
          <a:prstGeom prst="ellipse">
            <a:avLst/>
          </a:prstGeom>
          <a:solidFill>
            <a:schemeClr val="accent2"/>
          </a:solidFill>
          <a:ln w="25400">
            <a:solidFill>
              <a:srgbClr val="FFFFFF"/>
            </a:solidFill>
            <a:round/>
            <a:headEnd/>
            <a:tailEnd/>
          </a:ln>
        </p:spPr>
        <p:txBody>
          <a:bodyPr anchor="ctr"/>
          <a:lstStyle/>
          <a:p>
            <a:pPr algn="ctr" eaLnBrk="1" hangingPunct="1">
              <a:buFont typeface="Arial" charset="0"/>
              <a:buNone/>
            </a:pPr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083" name="KSO_Shape"/>
          <p:cNvSpPr>
            <a:spLocks/>
          </p:cNvSpPr>
          <p:nvPr/>
        </p:nvSpPr>
        <p:spPr bwMode="auto">
          <a:xfrm>
            <a:off x="2546350" y="4643438"/>
            <a:ext cx="176213" cy="250825"/>
          </a:xfrm>
          <a:custGeom>
            <a:avLst/>
            <a:gdLst>
              <a:gd name="T0" fmla="*/ 2147483646 w 78"/>
              <a:gd name="T1" fmla="*/ 2147483646 h 112"/>
              <a:gd name="T2" fmla="*/ 2147483646 w 78"/>
              <a:gd name="T3" fmla="*/ 2147483646 h 112"/>
              <a:gd name="T4" fmla="*/ 2147483646 w 78"/>
              <a:gd name="T5" fmla="*/ 2147483646 h 112"/>
              <a:gd name="T6" fmla="*/ 2147483646 w 78"/>
              <a:gd name="T7" fmla="*/ 2147483646 h 112"/>
              <a:gd name="T8" fmla="*/ 2147483646 w 78"/>
              <a:gd name="T9" fmla="*/ 2147483646 h 112"/>
              <a:gd name="T10" fmla="*/ 2147483646 w 78"/>
              <a:gd name="T11" fmla="*/ 2147483646 h 112"/>
              <a:gd name="T12" fmla="*/ 2147483646 w 78"/>
              <a:gd name="T13" fmla="*/ 2147483646 h 112"/>
              <a:gd name="T14" fmla="*/ 2147483646 w 78"/>
              <a:gd name="T15" fmla="*/ 2147483646 h 112"/>
              <a:gd name="T16" fmla="*/ 2147483646 w 78"/>
              <a:gd name="T17" fmla="*/ 2147483646 h 112"/>
              <a:gd name="T18" fmla="*/ 2147483646 w 78"/>
              <a:gd name="T19" fmla="*/ 2147483646 h 112"/>
              <a:gd name="T20" fmla="*/ 2147483646 w 78"/>
              <a:gd name="T21" fmla="*/ 2147483646 h 112"/>
              <a:gd name="T22" fmla="*/ 2147483646 w 78"/>
              <a:gd name="T23" fmla="*/ 2147483646 h 112"/>
              <a:gd name="T24" fmla="*/ 2147483646 w 78"/>
              <a:gd name="T25" fmla="*/ 2147483646 h 112"/>
              <a:gd name="T26" fmla="*/ 2147483646 w 78"/>
              <a:gd name="T27" fmla="*/ 2147483646 h 112"/>
              <a:gd name="T28" fmla="*/ 2147483646 w 78"/>
              <a:gd name="T29" fmla="*/ 2147483646 h 112"/>
              <a:gd name="T30" fmla="*/ 2147483646 w 78"/>
              <a:gd name="T31" fmla="*/ 2147483646 h 112"/>
              <a:gd name="T32" fmla="*/ 2147483646 w 78"/>
              <a:gd name="T33" fmla="*/ 2147483646 h 112"/>
              <a:gd name="T34" fmla="*/ 2147483646 w 78"/>
              <a:gd name="T35" fmla="*/ 2147483646 h 112"/>
              <a:gd name="T36" fmla="*/ 2147483646 w 78"/>
              <a:gd name="T37" fmla="*/ 2147483646 h 112"/>
              <a:gd name="T38" fmla="*/ 2147483646 w 78"/>
              <a:gd name="T39" fmla="*/ 2147483646 h 112"/>
              <a:gd name="T40" fmla="*/ 2147483646 w 78"/>
              <a:gd name="T41" fmla="*/ 2147483646 h 112"/>
              <a:gd name="T42" fmla="*/ 2147483646 w 78"/>
              <a:gd name="T43" fmla="*/ 2147483646 h 112"/>
              <a:gd name="T44" fmla="*/ 2147483646 w 78"/>
              <a:gd name="T45" fmla="*/ 2147483646 h 112"/>
              <a:gd name="T46" fmla="*/ 2147483646 w 78"/>
              <a:gd name="T47" fmla="*/ 2147483646 h 112"/>
              <a:gd name="T48" fmla="*/ 2147483646 w 78"/>
              <a:gd name="T49" fmla="*/ 2147483646 h 112"/>
              <a:gd name="T50" fmla="*/ 2147483646 w 78"/>
              <a:gd name="T51" fmla="*/ 2147483646 h 112"/>
              <a:gd name="T52" fmla="*/ 2147483646 w 78"/>
              <a:gd name="T53" fmla="*/ 2147483646 h 112"/>
              <a:gd name="T54" fmla="*/ 2147483646 w 78"/>
              <a:gd name="T55" fmla="*/ 2147483646 h 112"/>
              <a:gd name="T56" fmla="*/ 2147483646 w 78"/>
              <a:gd name="T57" fmla="*/ 2147483646 h 112"/>
              <a:gd name="T58" fmla="*/ 2147483646 w 78"/>
              <a:gd name="T59" fmla="*/ 2147483646 h 112"/>
              <a:gd name="T60" fmla="*/ 2147483646 w 78"/>
              <a:gd name="T61" fmla="*/ 2147483646 h 112"/>
              <a:gd name="T62" fmla="*/ 2147483646 w 78"/>
              <a:gd name="T63" fmla="*/ 2147483646 h 112"/>
              <a:gd name="T64" fmla="*/ 2147483646 w 78"/>
              <a:gd name="T65" fmla="*/ 2147483646 h 112"/>
              <a:gd name="T66" fmla="*/ 2147483646 w 78"/>
              <a:gd name="T67" fmla="*/ 2147483646 h 112"/>
              <a:gd name="T68" fmla="*/ 2147483646 w 78"/>
              <a:gd name="T69" fmla="*/ 2147483646 h 112"/>
              <a:gd name="T70" fmla="*/ 2147483646 w 78"/>
              <a:gd name="T71" fmla="*/ 2147483646 h 112"/>
              <a:gd name="T72" fmla="*/ 2147483646 w 78"/>
              <a:gd name="T73" fmla="*/ 2147483646 h 112"/>
              <a:gd name="T74" fmla="*/ 2147483646 w 78"/>
              <a:gd name="T75" fmla="*/ 2147483646 h 112"/>
              <a:gd name="T76" fmla="*/ 2147483646 w 78"/>
              <a:gd name="T77" fmla="*/ 2147483646 h 112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</a:gdLst>
            <a:ahLst/>
            <a:cxnLst>
              <a:cxn ang="T78">
                <a:pos x="T0" y="T1"/>
              </a:cxn>
              <a:cxn ang="T79">
                <a:pos x="T2" y="T3"/>
              </a:cxn>
              <a:cxn ang="T80">
                <a:pos x="T4" y="T5"/>
              </a:cxn>
              <a:cxn ang="T81">
                <a:pos x="T6" y="T7"/>
              </a:cxn>
              <a:cxn ang="T82">
                <a:pos x="T8" y="T9"/>
              </a:cxn>
              <a:cxn ang="T83">
                <a:pos x="T10" y="T11"/>
              </a:cxn>
              <a:cxn ang="T84">
                <a:pos x="T12" y="T13"/>
              </a:cxn>
              <a:cxn ang="T85">
                <a:pos x="T14" y="T15"/>
              </a:cxn>
              <a:cxn ang="T86">
                <a:pos x="T16" y="T17"/>
              </a:cxn>
              <a:cxn ang="T87">
                <a:pos x="T18" y="T19"/>
              </a:cxn>
              <a:cxn ang="T88">
                <a:pos x="T20" y="T21"/>
              </a:cxn>
              <a:cxn ang="T89">
                <a:pos x="T22" y="T23"/>
              </a:cxn>
              <a:cxn ang="T90">
                <a:pos x="T24" y="T25"/>
              </a:cxn>
              <a:cxn ang="T91">
                <a:pos x="T26" y="T27"/>
              </a:cxn>
              <a:cxn ang="T92">
                <a:pos x="T28" y="T29"/>
              </a:cxn>
              <a:cxn ang="T93">
                <a:pos x="T30" y="T31"/>
              </a:cxn>
              <a:cxn ang="T94">
                <a:pos x="T32" y="T33"/>
              </a:cxn>
              <a:cxn ang="T95">
                <a:pos x="T34" y="T35"/>
              </a:cxn>
              <a:cxn ang="T96">
                <a:pos x="T36" y="T37"/>
              </a:cxn>
              <a:cxn ang="T97">
                <a:pos x="T38" y="T39"/>
              </a:cxn>
              <a:cxn ang="T98">
                <a:pos x="T40" y="T41"/>
              </a:cxn>
              <a:cxn ang="T99">
                <a:pos x="T42" y="T43"/>
              </a:cxn>
              <a:cxn ang="T100">
                <a:pos x="T44" y="T45"/>
              </a:cxn>
              <a:cxn ang="T101">
                <a:pos x="T46" y="T47"/>
              </a:cxn>
              <a:cxn ang="T102">
                <a:pos x="T48" y="T49"/>
              </a:cxn>
              <a:cxn ang="T103">
                <a:pos x="T50" y="T51"/>
              </a:cxn>
              <a:cxn ang="T104">
                <a:pos x="T52" y="T53"/>
              </a:cxn>
              <a:cxn ang="T105">
                <a:pos x="T54" y="T55"/>
              </a:cxn>
              <a:cxn ang="T106">
                <a:pos x="T56" y="T57"/>
              </a:cxn>
              <a:cxn ang="T107">
                <a:pos x="T58" y="T59"/>
              </a:cxn>
              <a:cxn ang="T108">
                <a:pos x="T60" y="T61"/>
              </a:cxn>
              <a:cxn ang="T109">
                <a:pos x="T62" y="T63"/>
              </a:cxn>
              <a:cxn ang="T110">
                <a:pos x="T64" y="T65"/>
              </a:cxn>
              <a:cxn ang="T111">
                <a:pos x="T66" y="T67"/>
              </a:cxn>
              <a:cxn ang="T112">
                <a:pos x="T68" y="T69"/>
              </a:cxn>
              <a:cxn ang="T113">
                <a:pos x="T70" y="T71"/>
              </a:cxn>
              <a:cxn ang="T114">
                <a:pos x="T72" y="T73"/>
              </a:cxn>
              <a:cxn ang="T115">
                <a:pos x="T74" y="T75"/>
              </a:cxn>
              <a:cxn ang="T116">
                <a:pos x="T76" y="T77"/>
              </a:cxn>
            </a:cxnLst>
            <a:rect l="0" t="0" r="r" b="b"/>
            <a:pathLst>
              <a:path w="78" h="112">
                <a:moveTo>
                  <a:pt x="21" y="36"/>
                </a:moveTo>
                <a:cubicBezTo>
                  <a:pt x="20" y="27"/>
                  <a:pt x="20" y="19"/>
                  <a:pt x="21" y="11"/>
                </a:cubicBezTo>
                <a:cubicBezTo>
                  <a:pt x="37" y="0"/>
                  <a:pt x="45" y="13"/>
                  <a:pt x="58" y="11"/>
                </a:cubicBezTo>
                <a:cubicBezTo>
                  <a:pt x="59" y="19"/>
                  <a:pt x="59" y="29"/>
                  <a:pt x="57" y="36"/>
                </a:cubicBezTo>
                <a:cubicBezTo>
                  <a:pt x="57" y="40"/>
                  <a:pt x="55" y="44"/>
                  <a:pt x="53" y="47"/>
                </a:cubicBezTo>
                <a:cubicBezTo>
                  <a:pt x="49" y="51"/>
                  <a:pt x="44" y="53"/>
                  <a:pt x="39" y="53"/>
                </a:cubicBezTo>
                <a:cubicBezTo>
                  <a:pt x="39" y="53"/>
                  <a:pt x="39" y="53"/>
                  <a:pt x="39" y="53"/>
                </a:cubicBezTo>
                <a:cubicBezTo>
                  <a:pt x="34" y="53"/>
                  <a:pt x="29" y="51"/>
                  <a:pt x="26" y="47"/>
                </a:cubicBezTo>
                <a:cubicBezTo>
                  <a:pt x="24" y="44"/>
                  <a:pt x="22" y="40"/>
                  <a:pt x="21" y="36"/>
                </a:cubicBezTo>
                <a:close/>
                <a:moveTo>
                  <a:pt x="13" y="107"/>
                </a:moveTo>
                <a:cubicBezTo>
                  <a:pt x="67" y="107"/>
                  <a:pt x="67" y="107"/>
                  <a:pt x="67" y="107"/>
                </a:cubicBezTo>
                <a:cubicBezTo>
                  <a:pt x="64" y="112"/>
                  <a:pt x="64" y="112"/>
                  <a:pt x="64" y="112"/>
                </a:cubicBezTo>
                <a:cubicBezTo>
                  <a:pt x="16" y="112"/>
                  <a:pt x="16" y="112"/>
                  <a:pt x="16" y="112"/>
                </a:cubicBezTo>
                <a:cubicBezTo>
                  <a:pt x="13" y="107"/>
                  <a:pt x="13" y="107"/>
                  <a:pt x="13" y="107"/>
                </a:cubicBezTo>
                <a:close/>
                <a:moveTo>
                  <a:pt x="70" y="67"/>
                </a:moveTo>
                <a:cubicBezTo>
                  <a:pt x="76" y="90"/>
                  <a:pt x="76" y="90"/>
                  <a:pt x="76" y="90"/>
                </a:cubicBezTo>
                <a:cubicBezTo>
                  <a:pt x="78" y="98"/>
                  <a:pt x="77" y="103"/>
                  <a:pt x="68" y="103"/>
                </a:cubicBezTo>
                <a:cubicBezTo>
                  <a:pt x="66" y="103"/>
                  <a:pt x="66" y="103"/>
                  <a:pt x="66" y="103"/>
                </a:cubicBezTo>
                <a:cubicBezTo>
                  <a:pt x="66" y="72"/>
                  <a:pt x="66" y="72"/>
                  <a:pt x="66" y="72"/>
                </a:cubicBezTo>
                <a:cubicBezTo>
                  <a:pt x="42" y="72"/>
                  <a:pt x="42" y="72"/>
                  <a:pt x="42" y="72"/>
                </a:cubicBezTo>
                <a:cubicBezTo>
                  <a:pt x="49" y="56"/>
                  <a:pt x="49" y="56"/>
                  <a:pt x="49" y="56"/>
                </a:cubicBezTo>
                <a:cubicBezTo>
                  <a:pt x="51" y="54"/>
                  <a:pt x="51" y="54"/>
                  <a:pt x="51" y="54"/>
                </a:cubicBezTo>
                <a:cubicBezTo>
                  <a:pt x="65" y="57"/>
                  <a:pt x="65" y="57"/>
                  <a:pt x="65" y="57"/>
                </a:cubicBezTo>
                <a:cubicBezTo>
                  <a:pt x="66" y="57"/>
                  <a:pt x="66" y="57"/>
                  <a:pt x="66" y="57"/>
                </a:cubicBezTo>
                <a:cubicBezTo>
                  <a:pt x="66" y="58"/>
                  <a:pt x="66" y="58"/>
                  <a:pt x="66" y="58"/>
                </a:cubicBezTo>
                <a:cubicBezTo>
                  <a:pt x="68" y="61"/>
                  <a:pt x="69" y="64"/>
                  <a:pt x="70" y="67"/>
                </a:cubicBezTo>
                <a:cubicBezTo>
                  <a:pt x="70" y="67"/>
                  <a:pt x="70" y="67"/>
                  <a:pt x="70" y="67"/>
                </a:cubicBezTo>
                <a:close/>
                <a:moveTo>
                  <a:pt x="14" y="103"/>
                </a:moveTo>
                <a:cubicBezTo>
                  <a:pt x="11" y="103"/>
                  <a:pt x="11" y="103"/>
                  <a:pt x="11" y="103"/>
                </a:cubicBezTo>
                <a:cubicBezTo>
                  <a:pt x="1" y="103"/>
                  <a:pt x="0" y="98"/>
                  <a:pt x="3" y="90"/>
                </a:cubicBezTo>
                <a:cubicBezTo>
                  <a:pt x="9" y="67"/>
                  <a:pt x="9" y="67"/>
                  <a:pt x="9" y="67"/>
                </a:cubicBezTo>
                <a:cubicBezTo>
                  <a:pt x="9" y="63"/>
                  <a:pt x="11" y="60"/>
                  <a:pt x="14" y="58"/>
                </a:cubicBezTo>
                <a:cubicBezTo>
                  <a:pt x="14" y="57"/>
                  <a:pt x="14" y="57"/>
                  <a:pt x="14" y="57"/>
                </a:cubicBezTo>
                <a:cubicBezTo>
                  <a:pt x="14" y="57"/>
                  <a:pt x="14" y="57"/>
                  <a:pt x="14" y="57"/>
                </a:cubicBezTo>
                <a:cubicBezTo>
                  <a:pt x="28" y="54"/>
                  <a:pt x="28" y="54"/>
                  <a:pt x="28" y="54"/>
                </a:cubicBezTo>
                <a:cubicBezTo>
                  <a:pt x="30" y="56"/>
                  <a:pt x="30" y="56"/>
                  <a:pt x="30" y="56"/>
                </a:cubicBezTo>
                <a:cubicBezTo>
                  <a:pt x="38" y="72"/>
                  <a:pt x="38" y="72"/>
                  <a:pt x="38" y="72"/>
                </a:cubicBezTo>
                <a:cubicBezTo>
                  <a:pt x="14" y="72"/>
                  <a:pt x="14" y="72"/>
                  <a:pt x="14" y="72"/>
                </a:cubicBezTo>
                <a:lnTo>
                  <a:pt x="14" y="10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3084" name="直接连接符 41"/>
          <p:cNvCxnSpPr>
            <a:cxnSpLocks noChangeShapeType="1"/>
          </p:cNvCxnSpPr>
          <p:nvPr/>
        </p:nvCxnSpPr>
        <p:spPr bwMode="auto">
          <a:xfrm>
            <a:off x="3240088" y="4579938"/>
            <a:ext cx="0" cy="828675"/>
          </a:xfrm>
          <a:prstGeom prst="line">
            <a:avLst/>
          </a:prstGeom>
          <a:noFill/>
          <a:ln w="9525">
            <a:solidFill>
              <a:srgbClr val="D7D7D7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85" name="直接连接符 42"/>
          <p:cNvCxnSpPr>
            <a:cxnSpLocks noChangeShapeType="1"/>
          </p:cNvCxnSpPr>
          <p:nvPr/>
        </p:nvCxnSpPr>
        <p:spPr bwMode="auto">
          <a:xfrm>
            <a:off x="4540250" y="4579938"/>
            <a:ext cx="0" cy="828675"/>
          </a:xfrm>
          <a:prstGeom prst="line">
            <a:avLst/>
          </a:prstGeom>
          <a:noFill/>
          <a:ln w="9525">
            <a:solidFill>
              <a:srgbClr val="D7D7D7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86" name="直接连接符 43"/>
          <p:cNvCxnSpPr>
            <a:cxnSpLocks noChangeShapeType="1"/>
          </p:cNvCxnSpPr>
          <p:nvPr/>
        </p:nvCxnSpPr>
        <p:spPr bwMode="auto">
          <a:xfrm>
            <a:off x="5838825" y="4579938"/>
            <a:ext cx="0" cy="828675"/>
          </a:xfrm>
          <a:prstGeom prst="line">
            <a:avLst/>
          </a:prstGeom>
          <a:noFill/>
          <a:ln w="9525">
            <a:solidFill>
              <a:srgbClr val="D7D7D7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文本框 31"/>
          <p:cNvSpPr txBox="1">
            <a:spLocks noChangeArrowheads="1"/>
          </p:cNvSpPr>
          <p:nvPr/>
        </p:nvSpPr>
        <p:spPr bwMode="auto">
          <a:xfrm>
            <a:off x="2189163" y="5141913"/>
            <a:ext cx="912812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14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YourName</a:t>
            </a:r>
            <a:endParaRPr lang="zh-CN" altLang="en-US" sz="140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0" name="文本框 26"/>
          <p:cNvSpPr txBox="1">
            <a:spLocks noChangeArrowheads="1"/>
          </p:cNvSpPr>
          <p:nvPr/>
        </p:nvSpPr>
        <p:spPr bwMode="auto">
          <a:xfrm>
            <a:off x="3449638" y="5141913"/>
            <a:ext cx="912812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14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13812345678</a:t>
            </a:r>
            <a:endParaRPr lang="zh-CN" altLang="en-US" sz="140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1" name="文本框 40"/>
          <p:cNvSpPr txBox="1">
            <a:spLocks noChangeArrowheads="1"/>
          </p:cNvSpPr>
          <p:nvPr/>
        </p:nvSpPr>
        <p:spPr bwMode="auto">
          <a:xfrm>
            <a:off x="4737100" y="5141913"/>
            <a:ext cx="911225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14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name@163.com</a:t>
            </a:r>
            <a:endParaRPr lang="zh-CN" altLang="en-US" sz="140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2" name="文本框 46"/>
          <p:cNvSpPr txBox="1">
            <a:spLocks noChangeArrowheads="1"/>
          </p:cNvSpPr>
          <p:nvPr/>
        </p:nvSpPr>
        <p:spPr bwMode="auto">
          <a:xfrm>
            <a:off x="5881688" y="5141913"/>
            <a:ext cx="1258887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 Narrow" panose="020B060602020203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en-US" altLang="zh-CN" sz="14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meihua.docer.com</a:t>
            </a:r>
            <a:endParaRPr lang="zh-CN" altLang="en-US" sz="140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0978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© SlideTo.Me">
  <a:themeElements>
    <a:clrScheme name="">
      <a:dk1>
        <a:srgbClr val="111111"/>
      </a:dk1>
      <a:lt1>
        <a:srgbClr val="FFFFFF"/>
      </a:lt1>
      <a:dk2>
        <a:srgbClr val="777777"/>
      </a:dk2>
      <a:lt2>
        <a:srgbClr val="B2B2B2"/>
      </a:lt2>
      <a:accent1>
        <a:srgbClr val="006666"/>
      </a:accent1>
      <a:accent2>
        <a:srgbClr val="009999"/>
      </a:accent2>
      <a:accent3>
        <a:srgbClr val="FFFFFF"/>
      </a:accent3>
      <a:accent4>
        <a:srgbClr val="0D0D0D"/>
      </a:accent4>
      <a:accent5>
        <a:srgbClr val="AAB8B8"/>
      </a:accent5>
      <a:accent6>
        <a:srgbClr val="008A8A"/>
      </a:accent6>
      <a:hlink>
        <a:srgbClr val="373737"/>
      </a:hlink>
      <a:folHlink>
        <a:srgbClr val="6E6E6E"/>
      </a:folHlink>
    </a:clrScheme>
    <a:fontScheme name="© SlideTo.Me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暗香扑面">
      <a:fillStyleLst>
        <a:solidFill>
          <a:schemeClr val="phClr"/>
        </a:solidFill>
        <a:gradFill rotWithShape="1">
          <a:gsLst>
            <a:gs pos="0">
              <a:schemeClr val="phClr">
                <a:tint val="98000"/>
                <a:satMod val="220000"/>
              </a:schemeClr>
            </a:gs>
            <a:gs pos="31000">
              <a:schemeClr val="phClr">
                <a:tint val="30000"/>
                <a:satMod val="150000"/>
              </a:schemeClr>
            </a:gs>
            <a:gs pos="91000">
              <a:schemeClr val="phClr">
                <a:tint val="96000"/>
              </a:schemeClr>
            </a:gs>
          </a:gsLst>
          <a:path path="circle">
            <a:fillToRect l="50000" t="150000" r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28000"/>
                <a:satMod val="100000"/>
              </a:schemeClr>
              <a:schemeClr val="phClr">
                <a:tint val="100000"/>
                <a:satMod val="200000"/>
              </a:schemeClr>
            </a:duotone>
          </a:blip>
          <a:tile tx="0" ty="0" sx="80000" sy="8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10000"/>
              </a:schemeClr>
            </a:glow>
          </a:effectLst>
        </a:effectStyle>
        <a:effectStyle>
          <a:effectLst>
            <a:outerShdw blurRad="34925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9525" prstMaterial="dkEdge">
            <a:bevelT w="12000" h="24150"/>
            <a:contourClr>
              <a:schemeClr val="phClr">
                <a:satMod val="110000"/>
              </a:schemeClr>
            </a:contourClr>
          </a:sp3d>
        </a:effectStyle>
        <a:effectStyle>
          <a:effectLst>
            <a:outerShdw blurRad="50800" dist="31750" dir="5400000" algn="tl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flood" dir="t">
              <a:rot lat="0" lon="0" rev="5400000"/>
            </a:lightRig>
          </a:scene3d>
          <a:sp3d contourW="18700" prstMaterial="dkEdge">
            <a:bevelT w="44450" h="80600"/>
            <a:contourClr>
              <a:schemeClr val="phClr"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70C0"/>
        </a:solidFill>
        <a:ln>
          <a:noFill/>
        </a:ln>
        <a:effectLst>
          <a:glow rad="101600">
            <a:schemeClr val="accent4">
              <a:satMod val="175000"/>
              <a:alpha val="40000"/>
            </a:schemeClr>
          </a:glow>
          <a:outerShdw blurRad="50800" dist="38100" dir="2700000" algn="tl" rotWithShape="0">
            <a:prstClr val="black">
              <a:alpha val="40000"/>
            </a:prstClr>
          </a:outerShdw>
        </a:effectLst>
        <a:scene3d>
          <a:camera prst="orthographicFront">
            <a:rot lat="0" lon="0" rev="0"/>
          </a:camera>
          <a:lightRig rig="glow" dir="t">
            <a:rot lat="0" lon="0" rev="4800000"/>
          </a:lightRig>
        </a:scene3d>
        <a:sp3d prstMaterial="matte">
          <a:bevelT w="127000" h="63500"/>
        </a:sp3d>
      </a:spPr>
      <a:bodyPr rtlCol="0" anchor="ctr"/>
      <a:lstStyle>
        <a:defPPr algn="ctr">
          <a:defRPr dirty="0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">
      <a:dk1>
        <a:srgbClr val="111111"/>
      </a:dk1>
      <a:lt1>
        <a:srgbClr val="FFFFFF"/>
      </a:lt1>
      <a:dk2>
        <a:srgbClr val="777777"/>
      </a:dk2>
      <a:lt2>
        <a:srgbClr val="B2B2B2"/>
      </a:lt2>
      <a:accent1>
        <a:srgbClr val="006666"/>
      </a:accent1>
      <a:accent2>
        <a:srgbClr val="009999"/>
      </a:accent2>
      <a:accent3>
        <a:srgbClr val="FFFFFF"/>
      </a:accent3>
      <a:accent4>
        <a:srgbClr val="0D0D0D"/>
      </a:accent4>
      <a:accent5>
        <a:srgbClr val="AAB8B8"/>
      </a:accent5>
      <a:accent6>
        <a:srgbClr val="008A8A"/>
      </a:accent6>
      <a:hlink>
        <a:srgbClr val="373737"/>
      </a:hlink>
      <a:folHlink>
        <a:srgbClr val="6E6E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FFFFFF"/>
    </a:accent3>
    <a:accent4>
      <a:srgbClr val="000000"/>
    </a:accent4>
    <a:accent5>
      <a:srgbClr val="B5CBE7"/>
    </a:accent5>
    <a:accent6>
      <a:srgbClr val="D7712B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FFFFFF"/>
    </a:accent3>
    <a:accent4>
      <a:srgbClr val="000000"/>
    </a:accent4>
    <a:accent5>
      <a:srgbClr val="B5CBE7"/>
    </a:accent5>
    <a:accent6>
      <a:srgbClr val="D7712B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FFFFFF"/>
    </a:accent3>
    <a:accent4>
      <a:srgbClr val="000000"/>
    </a:accent4>
    <a:accent5>
      <a:srgbClr val="B5CBE7"/>
    </a:accent5>
    <a:accent6>
      <a:srgbClr val="D7712B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157264558</TotalTime>
  <Pages>0</Pages>
  <Words>807</Words>
  <Characters>0</Characters>
  <Application>Microsoft Office PowerPoint</Application>
  <DocSecurity>0</DocSecurity>
  <PresentationFormat>全屏显示(4:3)</PresentationFormat>
  <Lines>0</Lines>
  <Paragraphs>198</Paragraphs>
  <Slides>15</Slides>
  <Notes>15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6" baseType="lpstr">
      <vt:lpstr>© SlideTo.Me</vt:lpstr>
      <vt:lpstr>PowerPoint 演示文稿</vt:lpstr>
      <vt:lpstr>PowerPoint 演示文稿</vt:lpstr>
      <vt:lpstr>产品研发安全管理的主要环节</vt:lpstr>
      <vt:lpstr>产品开发生命周期安全控制要素</vt:lpstr>
      <vt:lpstr>源代码安全审计项目-1</vt:lpstr>
      <vt:lpstr>源代码安全审计项目-2</vt:lpstr>
      <vt:lpstr>源代码安全审计项目-3</vt:lpstr>
      <vt:lpstr>开源代码的漏洞举例  - Apache</vt:lpstr>
      <vt:lpstr>C源代码审计</vt:lpstr>
      <vt:lpstr>PowerPoint 演示文稿</vt:lpstr>
      <vt:lpstr>研发流程规避内部问题</vt:lpstr>
      <vt:lpstr>源代码安全检测原理</vt:lpstr>
      <vt:lpstr>源代码安全工具</vt:lpstr>
      <vt:lpstr>Klockwork</vt:lpstr>
      <vt:lpstr>PowerPoint 演示文稿</vt:lpstr>
    </vt:vector>
  </TitlesOfParts>
  <LinksUpToDate>false</LinksUpToDate>
  <CharactersWithSpaces>0</CharactersWithSpaces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INFOCHINA</dc:title>
  <dc:creator>www.slideto.me</dc:creator>
  <cp:keywords>我爱PPT中文网; 4.3; 浅蓝色; 静态; L; m</cp:keywords>
  <cp:lastModifiedBy>Ronald</cp:lastModifiedBy>
  <cp:revision>396</cp:revision>
  <cp:lastPrinted>1899-12-30T00:00:00Z</cp:lastPrinted>
  <dcterms:created xsi:type="dcterms:W3CDTF">2011-01-26T11:20:00Z</dcterms:created>
  <dcterms:modified xsi:type="dcterms:W3CDTF">2017-08-28T06:51:27Z</dcterms:modified>
  <cp:category>TP;DG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2052-6.6.0.2877</vt:lpwstr>
  </property>
</Properties>
</file>